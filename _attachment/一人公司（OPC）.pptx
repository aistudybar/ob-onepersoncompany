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70" r:id="rId8"/>
    <p:sldId id="264" r:id="rId9"/>
    <p:sldId id="265" r:id="rId10"/>
    <p:sldId id="266" r:id="rId11"/>
    <p:sldId id="268" r:id="rId12"/>
    <p:sldId id="267" r:id="rId13"/>
    <p:sldId id="269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AAD5B-A832-9EBA-BA4A-BDA1BCF702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2C474E-30FF-6DFE-F43C-4DA7722905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3B1CE-50C6-8E46-FD29-FA27229FC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4F68F-667C-44F2-BF6C-EF7AC8E97C4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53A0E8-C436-88AE-A1FA-EC3ACE76B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7ADD8-BEEF-A899-9C25-22FF016A9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8FE4C-0099-4A00-9E1B-FF6ED7F75A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6898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B6262-51F7-55CC-AF36-2FE0ABB5C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A85D4-94F8-51AF-0C72-0F8F1AB163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7C3E8-CD69-C023-8FE2-0CA7880F0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4F68F-667C-44F2-BF6C-EF7AC8E97C4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32872B-313A-E0EB-D2AB-EA280DCEE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D45CF-B817-E3A6-6A31-59AC73203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8FE4C-0099-4A00-9E1B-FF6ED7F75A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2289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5755D-25E6-D93F-8591-E7D04623F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39E101-946E-BD0D-65D0-B4CD3BD514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A9100-8A59-9971-C1B3-198F49C1F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4F68F-667C-44F2-BF6C-EF7AC8E97C4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D74726-A830-2D67-843E-B59328A8D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15A05D-8823-57E2-D492-E44BB69F4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8FE4C-0099-4A00-9E1B-FF6ED7F75A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420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85A2F-8CB8-5931-7290-3DCC12731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EA046-4968-2313-24B6-A188A777AD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7BB3E3-52D1-633D-EEA0-89BA68D783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4F02DE-F2F3-1854-320B-DE7271418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4F68F-667C-44F2-BF6C-EF7AC8E97C4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105B1B-1FA7-2F35-B652-C671A7F64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2C7FDF-F3F2-D318-8110-09BD18BC9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8FE4C-0099-4A00-9E1B-FF6ED7F75A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0582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44119-4158-BEE9-3AA4-C43C56209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863666-C5C2-C182-A861-9340CDF6A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523C5D-E8F6-6263-51F2-2D006F8F9E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8E01AA-B140-2F4C-FF55-095BDC5ED0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82130E-F96D-F640-0E6F-79D050E76D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BF572A-BD21-402E-2B9E-BB3A6BFE5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4F68F-667C-44F2-BF6C-EF7AC8E97C4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A6DCB1-5777-8159-9801-4711637C6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E71817-75D7-A3D0-34D8-12853CC0C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8FE4C-0099-4A00-9E1B-FF6ED7F75A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6903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D483B-2426-94FD-5F41-AE74284EB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F91977-6739-5175-0ECA-E7274E98F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4F68F-667C-44F2-BF6C-EF7AC8E97C4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E14803-670B-0C3C-7B13-E45176BBF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F57E61-4FDA-99D5-6ADF-418C33E77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8FE4C-0099-4A00-9E1B-FF6ED7F75A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8290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86F455-B4B3-577F-B6B6-8F0074AAC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4F68F-667C-44F2-BF6C-EF7AC8E97C4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437BBE-925D-8D3F-60A7-5768AAB6B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259E6-497B-E418-BDE8-7C5DAAE7C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8FE4C-0099-4A00-9E1B-FF6ED7F75A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8611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589B3-BA4B-B072-C741-4A4FF9950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84B1C-5A77-561E-D1C9-DCA4BE4005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172AC4-6B52-1947-2B50-7F1A280AA4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26FB76-2329-C09A-FE8C-92726711B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4F68F-667C-44F2-BF6C-EF7AC8E97C4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BD626-F76A-20DC-A1CF-2C576391B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E35FA8-E76F-BBD2-14F9-658A3C1EB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8FE4C-0099-4A00-9E1B-FF6ED7F75A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6522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B2BFB-7A19-1A1A-C179-1862F5BD5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201BE4-C220-9049-4A26-10F43D7EE0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ED2D41-B115-8307-8CCB-86EC4C81B9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126F71-9EA5-A0E2-E90E-E27422CCE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4F68F-667C-44F2-BF6C-EF7AC8E97C4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207E2E-AFAC-0FA7-1F0B-21C1B9E1D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FA3EB8-1239-0C3E-6F65-6293D9F3B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8FE4C-0099-4A00-9E1B-FF6ED7F75A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0098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04A95-428E-8EA7-74E0-49BB04067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F53440-D731-A162-1463-448366E60C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608D7-C279-2CA7-B6DF-109F63143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4F68F-667C-44F2-BF6C-EF7AC8E97C4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858310-04AA-4CBF-13FF-380F3D40E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BA012-CB5D-8D1B-9B89-7600CC0F3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8FE4C-0099-4A00-9E1B-FF6ED7F75A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3482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E24563-3E36-127A-DEE7-0061B57161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D5F26D-F023-B0B3-49E1-1C82AC7B69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C78EA0-D698-03B9-CDC0-FB71E4341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4F68F-667C-44F2-BF6C-EF7AC8E97C4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2F6626-8EC1-187F-2370-0E084B368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96F530-AC0B-6AA1-E095-ADC63445F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8FE4C-0099-4A00-9E1B-FF6ED7F75A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327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7699DA-2EB7-6BAB-9987-46E214F6E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4569C1-F5F9-25E4-3E20-1FF2EE3811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6BE8D6-1552-78EA-D606-4FAFA706A9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24F68F-667C-44F2-BF6C-EF7AC8E97C4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CD13C-6FE7-A42A-1F85-953AD7020B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D219D1-EE09-3030-7927-005599A7D7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88FE4C-0099-4A00-9E1B-FF6ED7F75A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090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6AE50-F6C3-190C-104C-A886A623FC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5881" y="1149523"/>
            <a:ext cx="10840016" cy="2387600"/>
          </a:xfrm>
        </p:spPr>
        <p:txBody>
          <a:bodyPr anchor="ctr">
            <a:noAutofit/>
          </a:bodyPr>
          <a:lstStyle/>
          <a:p>
            <a:r>
              <a:rPr lang="zh-CN" altLang="en-US" sz="11000" b="1" dirty="0"/>
              <a:t>一人公司（</a:t>
            </a:r>
            <a:r>
              <a:rPr lang="en-US" altLang="zh-CN" sz="11000" b="1" dirty="0"/>
              <a:t>OPC</a:t>
            </a:r>
            <a:r>
              <a:rPr lang="zh-CN" altLang="en-US" sz="11000" b="1" dirty="0"/>
              <a:t>）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E0F069-7C05-7FBF-48CD-C6A9CA02F1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53888"/>
            <a:ext cx="9144000" cy="1655762"/>
          </a:xfrm>
        </p:spPr>
        <p:txBody>
          <a:bodyPr anchor="ctr">
            <a:normAutofit/>
          </a:bodyPr>
          <a:lstStyle/>
          <a:p>
            <a:r>
              <a:rPr lang="zh-CN" altLang="en-US" sz="9600" dirty="0"/>
              <a:t>（学、</a:t>
            </a:r>
            <a:r>
              <a:rPr lang="en-US" altLang="zh-CN" sz="9600" dirty="0"/>
              <a:t>AI</a:t>
            </a:r>
            <a:r>
              <a:rPr lang="zh-CN" altLang="en-US" sz="9600" dirty="0"/>
              <a:t>、赚）</a:t>
            </a:r>
          </a:p>
        </p:txBody>
      </p:sp>
    </p:spTree>
    <p:extLst>
      <p:ext uri="{BB962C8B-B14F-4D97-AF65-F5344CB8AC3E}">
        <p14:creationId xmlns:p14="http://schemas.microsoft.com/office/powerpoint/2010/main" val="3873543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6AE50-F6C3-190C-104C-A886A623FC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3164" y="2261607"/>
            <a:ext cx="10251541" cy="2387600"/>
          </a:xfrm>
        </p:spPr>
        <p:txBody>
          <a:bodyPr anchor="ctr">
            <a:normAutofit/>
          </a:bodyPr>
          <a:lstStyle/>
          <a:p>
            <a:r>
              <a:rPr lang="zh-CN" altLang="en-US" dirty="0"/>
              <a:t>第二大脑 增强版（</a:t>
            </a:r>
            <a:r>
              <a:rPr lang="en-US" altLang="zh-CN" dirty="0"/>
              <a:t>CODE PRO</a:t>
            </a:r>
            <a:r>
              <a:rPr lang="zh-CN" altLang="en-US" dirty="0"/>
              <a:t>）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E0F069-7C05-7FBF-48CD-C6A9CA02F1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53888"/>
            <a:ext cx="9144000" cy="1655762"/>
          </a:xfrm>
        </p:spPr>
        <p:txBody>
          <a:bodyPr anchor="ctr">
            <a:normAutofit/>
          </a:bodyPr>
          <a:lstStyle/>
          <a:p>
            <a:r>
              <a:rPr lang="zh-CN" altLang="en-US" sz="6000" dirty="0"/>
              <a:t>（搜 </a:t>
            </a:r>
            <a:r>
              <a:rPr lang="zh-CN" altLang="en-US" sz="6000" dirty="0">
                <a:solidFill>
                  <a:srgbClr val="FFC000"/>
                </a:solidFill>
              </a:rPr>
              <a:t>学</a:t>
            </a:r>
            <a:r>
              <a:rPr lang="zh-CN" altLang="en-US" sz="6000" dirty="0"/>
              <a:t> </a:t>
            </a:r>
            <a:r>
              <a:rPr lang="zh-CN" altLang="en-US" sz="6000" dirty="0">
                <a:solidFill>
                  <a:srgbClr val="FF0000"/>
                </a:solidFill>
              </a:rPr>
              <a:t>思</a:t>
            </a:r>
            <a:r>
              <a:rPr lang="zh-CN" altLang="en-US" sz="6000" dirty="0"/>
              <a:t> </a:t>
            </a:r>
            <a:r>
              <a:rPr lang="zh-CN" altLang="en-US" sz="6000" dirty="0">
                <a:solidFill>
                  <a:srgbClr val="00B050"/>
                </a:solidFill>
              </a:rPr>
              <a:t>教</a:t>
            </a:r>
            <a:r>
              <a:rPr lang="zh-CN" altLang="en-US" sz="6000" dirty="0"/>
              <a:t> 练 习 熟）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69AB7BC-8B98-826B-351E-0B7566A051B3}"/>
              </a:ext>
            </a:extLst>
          </p:cNvPr>
          <p:cNvSpPr txBox="1">
            <a:spLocks/>
          </p:cNvSpPr>
          <p:nvPr/>
        </p:nvSpPr>
        <p:spPr>
          <a:xfrm>
            <a:off x="1213164" y="470514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12000" b="1" dirty="0"/>
              <a:t>学</a:t>
            </a:r>
          </a:p>
        </p:txBody>
      </p:sp>
    </p:spTree>
    <p:extLst>
      <p:ext uri="{BB962C8B-B14F-4D97-AF65-F5344CB8AC3E}">
        <p14:creationId xmlns:p14="http://schemas.microsoft.com/office/powerpoint/2010/main" val="644360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6AE50-F6C3-190C-104C-A886A623FC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en-US" altLang="zh-CN" sz="12000" b="1" dirty="0"/>
              <a:t>AI</a:t>
            </a:r>
            <a:endParaRPr lang="zh-CN" altLang="en-US" sz="12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E0F069-7C05-7FBF-48CD-C6A9CA02F1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53888"/>
            <a:ext cx="9144000" cy="1655762"/>
          </a:xfrm>
        </p:spPr>
        <p:txBody>
          <a:bodyPr anchor="ctr">
            <a:normAutofit fontScale="92500"/>
          </a:bodyPr>
          <a:lstStyle/>
          <a:p>
            <a:r>
              <a:rPr lang="zh-CN" altLang="en-US" sz="9600" dirty="0"/>
              <a:t>（</a:t>
            </a:r>
            <a:r>
              <a:rPr lang="en-US" altLang="zh-CN" sz="9600" dirty="0"/>
              <a:t> Full Stack Tree </a:t>
            </a:r>
            <a:r>
              <a:rPr lang="zh-CN" altLang="en-US" sz="9600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564850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6AE50-F6C3-190C-104C-A886A623FC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zh-CN" altLang="en-US" sz="12000" b="1" dirty="0"/>
              <a:t>赚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E0F069-7C05-7FBF-48CD-C6A9CA02F1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53888"/>
            <a:ext cx="9144000" cy="1655762"/>
          </a:xfrm>
        </p:spPr>
        <p:txBody>
          <a:bodyPr anchor="ctr">
            <a:normAutofit/>
          </a:bodyPr>
          <a:lstStyle/>
          <a:p>
            <a:r>
              <a:rPr lang="zh-CN" altLang="en-US" sz="9600" dirty="0"/>
              <a:t>（</a:t>
            </a:r>
            <a:r>
              <a:rPr lang="en-US" altLang="zh-CN" sz="9600" dirty="0"/>
              <a:t> </a:t>
            </a:r>
            <a:r>
              <a:rPr lang="zh-CN" altLang="en-US" sz="9600" dirty="0"/>
              <a:t>人气、</a:t>
            </a:r>
            <a:r>
              <a:rPr lang="en-US" altLang="zh-CN" sz="9600" dirty="0"/>
              <a:t>$$$</a:t>
            </a:r>
            <a:r>
              <a:rPr lang="zh-CN" altLang="en-US" sz="9600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4131199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6AE50-F6C3-190C-104C-A886A623FC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en-US" altLang="zh-CN" sz="12000" b="1" dirty="0"/>
              <a:t>Notion</a:t>
            </a:r>
            <a:endParaRPr lang="zh-CN" altLang="en-US" sz="12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E0F069-7C05-7FBF-48CD-C6A9CA02F1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7256" y="4262941"/>
            <a:ext cx="11597488" cy="1655762"/>
          </a:xfrm>
        </p:spPr>
        <p:txBody>
          <a:bodyPr anchor="ctr">
            <a:normAutofit/>
          </a:bodyPr>
          <a:lstStyle/>
          <a:p>
            <a:r>
              <a:rPr lang="en-US" altLang="zh-CN" sz="5000" dirty="0"/>
              <a:t>【</a:t>
            </a:r>
            <a:r>
              <a:rPr lang="zh-CN" altLang="en-US" sz="5000" dirty="0"/>
              <a:t>随手记</a:t>
            </a:r>
            <a:r>
              <a:rPr lang="en-US" altLang="zh-CN" sz="5000" dirty="0"/>
              <a:t>】【</a:t>
            </a:r>
            <a:r>
              <a:rPr lang="zh-CN" altLang="en-US" sz="5000" dirty="0"/>
              <a:t>日记</a:t>
            </a:r>
            <a:r>
              <a:rPr lang="en-US" altLang="zh-CN" sz="5000" dirty="0"/>
              <a:t>】【GTD】【</a:t>
            </a:r>
            <a:r>
              <a:rPr lang="zh-CN" altLang="en-US" sz="5000" dirty="0"/>
              <a:t>网络资源</a:t>
            </a:r>
            <a:r>
              <a:rPr lang="en-US" altLang="zh-CN" sz="5000" dirty="0"/>
              <a:t>】</a:t>
            </a:r>
            <a:endParaRPr lang="zh-CN" altLang="en-US" sz="5000" dirty="0"/>
          </a:p>
        </p:txBody>
      </p:sp>
    </p:spTree>
    <p:extLst>
      <p:ext uri="{BB962C8B-B14F-4D97-AF65-F5344CB8AC3E}">
        <p14:creationId xmlns:p14="http://schemas.microsoft.com/office/powerpoint/2010/main" val="1621340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6AE50-F6C3-190C-104C-A886A623FC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en-US" altLang="zh-CN" sz="12000" b="1" dirty="0"/>
              <a:t>OB</a:t>
            </a:r>
            <a:endParaRPr lang="zh-CN" altLang="en-US" sz="12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E0F069-7C05-7FBF-48CD-C6A9CA02F1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7256" y="3509963"/>
            <a:ext cx="11597488" cy="1655762"/>
          </a:xfrm>
        </p:spPr>
        <p:txBody>
          <a:bodyPr anchor="ctr">
            <a:normAutofit/>
          </a:bodyPr>
          <a:lstStyle/>
          <a:p>
            <a:r>
              <a:rPr lang="zh-CN" altLang="en-US" sz="5000" dirty="0"/>
              <a:t>（知识库、知识图谱、链接）</a:t>
            </a:r>
          </a:p>
        </p:txBody>
      </p:sp>
    </p:spTree>
    <p:extLst>
      <p:ext uri="{BB962C8B-B14F-4D97-AF65-F5344CB8AC3E}">
        <p14:creationId xmlns:p14="http://schemas.microsoft.com/office/powerpoint/2010/main" val="3892987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6AE50-F6C3-190C-104C-A886A623FC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6637" y="660402"/>
            <a:ext cx="11298725" cy="2387600"/>
          </a:xfrm>
        </p:spPr>
        <p:txBody>
          <a:bodyPr anchor="ctr">
            <a:normAutofit/>
          </a:bodyPr>
          <a:lstStyle/>
          <a:p>
            <a:r>
              <a:rPr lang="en-US" altLang="zh-CN" sz="7200" b="1" dirty="0"/>
              <a:t>FAST  Learning &amp; Thinking</a:t>
            </a:r>
            <a:endParaRPr lang="zh-CN" altLang="en-US" sz="7200" b="1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68994D0-35F4-420B-0B2F-88887FD19675}"/>
              </a:ext>
            </a:extLst>
          </p:cNvPr>
          <p:cNvSpPr txBox="1">
            <a:spLocks/>
          </p:cNvSpPr>
          <p:nvPr/>
        </p:nvSpPr>
        <p:spPr>
          <a:xfrm>
            <a:off x="297256" y="4694458"/>
            <a:ext cx="11597488" cy="16557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4000" dirty="0"/>
              <a:t>（知识网：点、线、面，以及彼此间的联系）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4EE80BF-55F9-0C3E-8BCA-5F7E220C1528}"/>
              </a:ext>
            </a:extLst>
          </p:cNvPr>
          <p:cNvSpPr txBox="1">
            <a:spLocks/>
          </p:cNvSpPr>
          <p:nvPr/>
        </p:nvSpPr>
        <p:spPr>
          <a:xfrm>
            <a:off x="297256" y="3274330"/>
            <a:ext cx="11597488" cy="16557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4000" dirty="0"/>
              <a:t>Full Area Stack Tree </a:t>
            </a:r>
            <a:r>
              <a:rPr lang="zh-CN" altLang="en-US" sz="4000" dirty="0"/>
              <a:t>学习（笔记）思考（链接）</a:t>
            </a:r>
          </a:p>
        </p:txBody>
      </p:sp>
    </p:spTree>
    <p:extLst>
      <p:ext uri="{BB962C8B-B14F-4D97-AF65-F5344CB8AC3E}">
        <p14:creationId xmlns:p14="http://schemas.microsoft.com/office/powerpoint/2010/main" val="13312410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6AE50-F6C3-190C-104C-A886A623FC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en-US" altLang="zh-CN" sz="12000" b="1" dirty="0"/>
              <a:t>AI</a:t>
            </a:r>
            <a:r>
              <a:rPr lang="zh-CN" altLang="en-US" sz="12000" b="1" dirty="0"/>
              <a:t>概念术语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E0F069-7C05-7FBF-48CD-C6A9CA02F1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7256" y="4262941"/>
            <a:ext cx="11597488" cy="1655762"/>
          </a:xfrm>
        </p:spPr>
        <p:txBody>
          <a:bodyPr anchor="ctr">
            <a:normAutofit/>
          </a:bodyPr>
          <a:lstStyle/>
          <a:p>
            <a:r>
              <a:rPr lang="zh-CN" altLang="en-US" sz="5000" dirty="0"/>
              <a:t>（</a:t>
            </a:r>
            <a:r>
              <a:rPr lang="en-US" altLang="zh-CN" sz="5000" dirty="0"/>
              <a:t>Cutting-edge Terms</a:t>
            </a:r>
            <a:r>
              <a:rPr lang="zh-CN" altLang="en-US" sz="5000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168533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6AE50-F6C3-190C-104C-A886A623FC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en-US" altLang="zh-CN" sz="12000" b="1" dirty="0"/>
              <a:t>AI</a:t>
            </a:r>
            <a:r>
              <a:rPr lang="zh-CN" altLang="en-US" sz="12000" b="1" dirty="0"/>
              <a:t>工具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E0F069-7C05-7FBF-48CD-C6A9CA02F1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7256" y="4262941"/>
            <a:ext cx="11597488" cy="1655762"/>
          </a:xfrm>
        </p:spPr>
        <p:txBody>
          <a:bodyPr anchor="ctr">
            <a:normAutofit/>
          </a:bodyPr>
          <a:lstStyle/>
          <a:p>
            <a:r>
              <a:rPr lang="zh-CN" altLang="en-US" sz="5000" dirty="0"/>
              <a:t>（</a:t>
            </a:r>
            <a:r>
              <a:rPr lang="en-US" altLang="zh-CN" sz="5000" dirty="0"/>
              <a:t>Cutting-edge Tools</a:t>
            </a:r>
            <a:r>
              <a:rPr lang="zh-CN" altLang="en-US" sz="5000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679959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6AE50-F6C3-190C-104C-A886A623FC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en-US" altLang="zh-CN" sz="12000" b="1" dirty="0"/>
              <a:t>AI</a:t>
            </a:r>
            <a:r>
              <a:rPr lang="zh-CN" altLang="en-US" sz="12000" b="1" dirty="0"/>
              <a:t>应用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E0F069-7C05-7FBF-48CD-C6A9CA02F1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7256" y="4262941"/>
            <a:ext cx="11597488" cy="1655762"/>
          </a:xfrm>
        </p:spPr>
        <p:txBody>
          <a:bodyPr anchor="ctr">
            <a:normAutofit/>
          </a:bodyPr>
          <a:lstStyle/>
          <a:p>
            <a:r>
              <a:rPr lang="zh-CN" altLang="en-US" sz="5000" dirty="0"/>
              <a:t>（</a:t>
            </a:r>
            <a:r>
              <a:rPr lang="en-US" altLang="zh-CN" sz="5000" dirty="0"/>
              <a:t>Cutting-edge Applications</a:t>
            </a:r>
            <a:r>
              <a:rPr lang="zh-CN" altLang="en-US" sz="5000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4014853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6AE50-F6C3-190C-104C-A886A623FC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4412" y="163214"/>
            <a:ext cx="9144000" cy="2387600"/>
          </a:xfrm>
        </p:spPr>
        <p:txBody>
          <a:bodyPr anchor="ctr">
            <a:normAutofit/>
          </a:bodyPr>
          <a:lstStyle/>
          <a:p>
            <a:r>
              <a:rPr lang="zh-CN" altLang="en-US" sz="12000" b="1" dirty="0"/>
              <a:t>赚人气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E0F069-7C05-7FBF-48CD-C6A9CA02F1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7256" y="2868707"/>
            <a:ext cx="11597488" cy="3459666"/>
          </a:xfrm>
        </p:spPr>
        <p:txBody>
          <a:bodyPr anchor="ctr">
            <a:normAutofit fontScale="92500" lnSpcReduction="10000"/>
          </a:bodyPr>
          <a:lstStyle/>
          <a:p>
            <a:r>
              <a:rPr lang="en-US" altLang="zh-CN" sz="5000" dirty="0"/>
              <a:t>0</a:t>
            </a:r>
            <a:r>
              <a:rPr lang="zh-CN" altLang="en-US" sz="5000" dirty="0"/>
              <a:t>）</a:t>
            </a:r>
            <a:r>
              <a:rPr lang="en-US" altLang="zh-CN" sz="5000" b="1" dirty="0">
                <a:solidFill>
                  <a:srgbClr val="FF0000"/>
                </a:solidFill>
              </a:rPr>
              <a:t>in4tree</a:t>
            </a:r>
            <a:r>
              <a:rPr lang="zh-CN" altLang="en-US" sz="5000" dirty="0"/>
              <a:t>博客（</a:t>
            </a:r>
            <a:r>
              <a:rPr lang="en-US" altLang="zh-CN" sz="5000" dirty="0"/>
              <a:t>SEO</a:t>
            </a:r>
            <a:r>
              <a:rPr lang="zh-CN" altLang="en-US" sz="5000" dirty="0"/>
              <a:t>信息树）</a:t>
            </a:r>
            <a:endParaRPr lang="en-US" altLang="zh-CN" sz="5000" dirty="0"/>
          </a:p>
          <a:p>
            <a:endParaRPr lang="en-US" altLang="zh-CN" sz="5000" dirty="0"/>
          </a:p>
          <a:p>
            <a:r>
              <a:rPr lang="en-US" altLang="zh-CN" sz="5000" dirty="0"/>
              <a:t>1</a:t>
            </a:r>
            <a:r>
              <a:rPr lang="zh-CN" altLang="en-US" sz="5000" dirty="0"/>
              <a:t>）</a:t>
            </a:r>
            <a:r>
              <a:rPr lang="en-US" altLang="zh-CN" sz="5000" b="1" dirty="0" err="1">
                <a:solidFill>
                  <a:srgbClr val="FF0000"/>
                </a:solidFill>
              </a:rPr>
              <a:t>Youtube</a:t>
            </a:r>
            <a:r>
              <a:rPr lang="zh-CN" altLang="en-US" sz="5000" dirty="0"/>
              <a:t>视频</a:t>
            </a:r>
            <a:endParaRPr lang="en-US" altLang="zh-CN" sz="5000" dirty="0"/>
          </a:p>
          <a:p>
            <a:endParaRPr lang="en-US" altLang="zh-CN" sz="5000" dirty="0"/>
          </a:p>
          <a:p>
            <a:r>
              <a:rPr lang="en-US" altLang="zh-CN" sz="5000" dirty="0"/>
              <a:t>2</a:t>
            </a:r>
            <a:r>
              <a:rPr lang="zh-CN" altLang="en-US" sz="5000" dirty="0"/>
              <a:t>）</a:t>
            </a:r>
            <a:r>
              <a:rPr lang="en-US" altLang="zh-CN" sz="5000" dirty="0" err="1"/>
              <a:t>Tiktok</a:t>
            </a:r>
            <a:r>
              <a:rPr lang="zh-CN" altLang="en-US" sz="5000" dirty="0"/>
              <a:t>、小红书、</a:t>
            </a:r>
            <a:r>
              <a:rPr lang="en-US" altLang="zh-CN" sz="5000" dirty="0"/>
              <a:t>X</a:t>
            </a:r>
            <a:r>
              <a:rPr lang="zh-CN" altLang="en-US" sz="5000" dirty="0"/>
              <a:t>、</a:t>
            </a:r>
            <a:r>
              <a:rPr lang="en-US" altLang="zh-CN" sz="5000" dirty="0"/>
              <a:t>Meta</a:t>
            </a:r>
            <a:r>
              <a:rPr lang="zh-CN" altLang="en-US" sz="5000" dirty="0"/>
              <a:t>、</a:t>
            </a:r>
            <a:r>
              <a:rPr lang="en-US" altLang="zh-CN" sz="5000"/>
              <a:t>Reddit</a:t>
            </a:r>
            <a:r>
              <a:rPr lang="zh-CN" altLang="en-US" sz="5000" dirty="0"/>
              <a:t>、、、</a:t>
            </a:r>
          </a:p>
        </p:txBody>
      </p:sp>
    </p:spTree>
    <p:extLst>
      <p:ext uri="{BB962C8B-B14F-4D97-AF65-F5344CB8AC3E}">
        <p14:creationId xmlns:p14="http://schemas.microsoft.com/office/powerpoint/2010/main" val="519541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6AE50-F6C3-190C-104C-A886A623FC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4412" y="163214"/>
            <a:ext cx="9144000" cy="2387600"/>
          </a:xfrm>
        </p:spPr>
        <p:txBody>
          <a:bodyPr anchor="ctr">
            <a:normAutofit/>
          </a:bodyPr>
          <a:lstStyle/>
          <a:p>
            <a:r>
              <a:rPr lang="zh-CN" altLang="en-US" sz="12000" b="1" dirty="0"/>
              <a:t>赚</a:t>
            </a:r>
            <a:r>
              <a:rPr lang="en-US" altLang="zh-CN" sz="12000" b="1" dirty="0"/>
              <a:t>$$$</a:t>
            </a:r>
            <a:endParaRPr lang="zh-CN" altLang="en-US" sz="12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E0F069-7C05-7FBF-48CD-C6A9CA02F1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9202" y="2859653"/>
            <a:ext cx="10853595" cy="3459666"/>
          </a:xfrm>
        </p:spPr>
        <p:txBody>
          <a:bodyPr anchor="ctr">
            <a:normAutofit/>
          </a:bodyPr>
          <a:lstStyle/>
          <a:p>
            <a:pPr algn="l"/>
            <a:r>
              <a:rPr lang="en-US" altLang="zh-CN" sz="4000" dirty="0"/>
              <a:t>*** </a:t>
            </a:r>
            <a:r>
              <a:rPr lang="zh-CN" altLang="en-US" sz="4000" dirty="0"/>
              <a:t>数字商品：</a:t>
            </a:r>
            <a:r>
              <a:rPr lang="zh-CN" altLang="en-US" sz="4000" dirty="0">
                <a:solidFill>
                  <a:srgbClr val="FF0000"/>
                </a:solidFill>
              </a:rPr>
              <a:t>笔记</a:t>
            </a:r>
            <a:r>
              <a:rPr lang="zh-CN" altLang="en-US" sz="4000" dirty="0"/>
              <a:t>模板插件、</a:t>
            </a:r>
            <a:r>
              <a:rPr lang="zh-CN" altLang="en-US" sz="4000" dirty="0">
                <a:solidFill>
                  <a:srgbClr val="FF0000"/>
                </a:solidFill>
              </a:rPr>
              <a:t>课程</a:t>
            </a:r>
            <a:r>
              <a:rPr lang="zh-CN" altLang="en-US" sz="4000" dirty="0"/>
              <a:t>、书、商城</a:t>
            </a:r>
            <a:endParaRPr lang="en-US" altLang="zh-CN" sz="4000" dirty="0"/>
          </a:p>
          <a:p>
            <a:endParaRPr lang="en-US" altLang="zh-CN" sz="4000" dirty="0"/>
          </a:p>
          <a:p>
            <a:pPr algn="l"/>
            <a:r>
              <a:rPr lang="en-US" altLang="zh-CN" sz="4000" dirty="0"/>
              <a:t>** </a:t>
            </a:r>
            <a:r>
              <a:rPr lang="zh-CN" altLang="en-US" sz="4000" dirty="0"/>
              <a:t>会员费</a:t>
            </a:r>
            <a:endParaRPr lang="en-US" altLang="zh-CN" sz="4000" dirty="0"/>
          </a:p>
          <a:p>
            <a:endParaRPr lang="en-US" altLang="zh-CN" sz="4000" dirty="0"/>
          </a:p>
          <a:p>
            <a:pPr algn="l"/>
            <a:r>
              <a:rPr lang="en-US" altLang="zh-CN" sz="4000" dirty="0"/>
              <a:t>* </a:t>
            </a:r>
            <a:r>
              <a:rPr lang="zh-CN" altLang="en-US" sz="4000" dirty="0"/>
              <a:t>营销联盟</a:t>
            </a:r>
          </a:p>
        </p:txBody>
      </p:sp>
    </p:spTree>
    <p:extLst>
      <p:ext uri="{BB962C8B-B14F-4D97-AF65-F5344CB8AC3E}">
        <p14:creationId xmlns:p14="http://schemas.microsoft.com/office/powerpoint/2010/main" val="22934542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6AE50-F6C3-190C-104C-A886A623FC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4412" y="163214"/>
            <a:ext cx="9144000" cy="2387600"/>
          </a:xfrm>
        </p:spPr>
        <p:txBody>
          <a:bodyPr anchor="ctr">
            <a:normAutofit/>
          </a:bodyPr>
          <a:lstStyle/>
          <a:p>
            <a:r>
              <a:rPr lang="zh-CN" altLang="en-US" sz="12000" b="1" dirty="0">
                <a:solidFill>
                  <a:srgbClr val="00B050"/>
                </a:solidFill>
              </a:rPr>
              <a:t>最小产品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E0F069-7C05-7FBF-48CD-C6A9CA02F1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9202" y="2696690"/>
            <a:ext cx="10853595" cy="1313995"/>
          </a:xfrm>
        </p:spPr>
        <p:txBody>
          <a:bodyPr anchor="ctr">
            <a:normAutofit lnSpcReduction="10000"/>
          </a:bodyPr>
          <a:lstStyle/>
          <a:p>
            <a:pPr algn="l"/>
            <a:r>
              <a:rPr lang="zh-CN" altLang="en-US" sz="4000" dirty="0"/>
              <a:t>各领域全栈树知识笔记（</a:t>
            </a:r>
            <a:r>
              <a:rPr lang="en-US" altLang="zh-CN" sz="4000" dirty="0"/>
              <a:t>Full Area Stack Tree</a:t>
            </a:r>
            <a:r>
              <a:rPr lang="zh-CN" altLang="en-US" sz="4000" dirty="0"/>
              <a:t>）</a:t>
            </a:r>
            <a:endParaRPr lang="en-US" altLang="zh-CN" sz="4000" dirty="0"/>
          </a:p>
          <a:p>
            <a:pPr algn="r"/>
            <a:r>
              <a:rPr lang="en-US" altLang="zh-CN" sz="4000" dirty="0"/>
              <a:t>-</a:t>
            </a:r>
            <a:r>
              <a:rPr lang="zh-CN" altLang="en-US" sz="3200" dirty="0"/>
              <a:t>学习各领域知识的</a:t>
            </a:r>
            <a:r>
              <a:rPr lang="zh-CN" altLang="en-US" sz="3200" b="1" dirty="0">
                <a:solidFill>
                  <a:srgbClr val="FF0000"/>
                </a:solidFill>
              </a:rPr>
              <a:t>第</a:t>
            </a:r>
            <a:r>
              <a:rPr lang="en-US" altLang="zh-CN" sz="3200" b="1" dirty="0">
                <a:solidFill>
                  <a:srgbClr val="FF0000"/>
                </a:solidFill>
              </a:rPr>
              <a:t>0</a:t>
            </a:r>
            <a:r>
              <a:rPr lang="zh-CN" altLang="en-US" sz="3200" b="1" dirty="0">
                <a:solidFill>
                  <a:srgbClr val="FF0000"/>
                </a:solidFill>
              </a:rPr>
              <a:t>步</a:t>
            </a:r>
            <a:r>
              <a:rPr lang="zh-CN" altLang="en-US" sz="3200" dirty="0"/>
              <a:t>！</a:t>
            </a:r>
            <a:endParaRPr lang="en-US" altLang="zh-CN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DE0202-CFF6-893E-0656-625E6203D664}"/>
              </a:ext>
            </a:extLst>
          </p:cNvPr>
          <p:cNvSpPr txBox="1"/>
          <p:nvPr/>
        </p:nvSpPr>
        <p:spPr>
          <a:xfrm>
            <a:off x="669202" y="4315880"/>
            <a:ext cx="49258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Notion</a:t>
            </a:r>
            <a:r>
              <a:rPr lang="zh-CN" altLang="en-US" dirty="0"/>
              <a:t>和</a:t>
            </a:r>
            <a:r>
              <a:rPr lang="en-US" altLang="zh-CN" dirty="0"/>
              <a:t>OB</a:t>
            </a:r>
            <a:r>
              <a:rPr lang="zh-CN" altLang="en-US" dirty="0"/>
              <a:t>笔记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）学习路径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）测验题闪卡问答、双人问答播客视频</a:t>
            </a:r>
            <a:endParaRPr lang="en-US" altLang="zh-CN" dirty="0"/>
          </a:p>
          <a:p>
            <a:r>
              <a:rPr lang="en-US" altLang="zh-CN" dirty="0"/>
              <a:t>4</a:t>
            </a:r>
            <a:r>
              <a:rPr lang="zh-CN" altLang="en-US" dirty="0"/>
              <a:t>）来源参考（</a:t>
            </a:r>
            <a:r>
              <a:rPr lang="en-US" altLang="zh-CN" dirty="0" err="1"/>
              <a:t>Youtube</a:t>
            </a:r>
            <a:r>
              <a:rPr lang="zh-CN" altLang="en-US" dirty="0"/>
              <a:t>索引推荐领域导航！）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7B60B8-7559-9E05-0BC1-40C8B946D30F}"/>
              </a:ext>
            </a:extLst>
          </p:cNvPr>
          <p:cNvSpPr txBox="1"/>
          <p:nvPr/>
        </p:nvSpPr>
        <p:spPr>
          <a:xfrm>
            <a:off x="6226154" y="5267407"/>
            <a:ext cx="472276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- </a:t>
            </a:r>
            <a:r>
              <a:rPr lang="zh-CN" altLang="en-US" dirty="0"/>
              <a:t>制作简单、技术门槛要求低！</a:t>
            </a:r>
            <a:endParaRPr lang="en-US" altLang="zh-CN" dirty="0"/>
          </a:p>
          <a:p>
            <a:r>
              <a:rPr lang="en-US" altLang="zh-CN" dirty="0"/>
              <a:t>- AI</a:t>
            </a:r>
            <a:r>
              <a:rPr lang="zh-CN" altLang="en-US" dirty="0"/>
              <a:t>自动化生成、不占用时间（副业赚钱！）</a:t>
            </a:r>
            <a:endParaRPr lang="en-US" altLang="zh-CN" dirty="0"/>
          </a:p>
          <a:p>
            <a:r>
              <a:rPr lang="en-US" altLang="zh-CN" dirty="0"/>
              <a:t>- </a:t>
            </a:r>
            <a:r>
              <a:rPr lang="zh-CN" altLang="en-US" dirty="0"/>
              <a:t>自己顺便扩展了各个领域知识面！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E85872-F7E0-ECB9-B35A-2080D6D0BB00}"/>
              </a:ext>
            </a:extLst>
          </p:cNvPr>
          <p:cNvSpPr txBox="1"/>
          <p:nvPr/>
        </p:nvSpPr>
        <p:spPr>
          <a:xfrm>
            <a:off x="6226154" y="4315880"/>
            <a:ext cx="52966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赚人气：参考视频的评论中回复引流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赚</a:t>
            </a:r>
            <a:r>
              <a:rPr lang="en-US" altLang="zh-CN" dirty="0"/>
              <a:t>$$$</a:t>
            </a:r>
            <a:r>
              <a:rPr lang="zh-CN" altLang="en-US" dirty="0"/>
              <a:t>：卖</a:t>
            </a:r>
            <a:r>
              <a:rPr lang="en-US" altLang="zh-CN" dirty="0"/>
              <a:t>OB</a:t>
            </a:r>
            <a:r>
              <a:rPr lang="zh-CN" altLang="en-US" dirty="0"/>
              <a:t>全栈树</a:t>
            </a:r>
            <a:r>
              <a:rPr lang="zh-CN" altLang="en-US" b="1" dirty="0">
                <a:solidFill>
                  <a:srgbClr val="FF0000"/>
                </a:solidFill>
              </a:rPr>
              <a:t>笔记</a:t>
            </a:r>
            <a:r>
              <a:rPr lang="zh-CN" altLang="en-US" dirty="0"/>
              <a:t>！！！会员费！广告位</a:t>
            </a:r>
          </a:p>
        </p:txBody>
      </p:sp>
    </p:spTree>
    <p:extLst>
      <p:ext uri="{BB962C8B-B14F-4D97-AF65-F5344CB8AC3E}">
        <p14:creationId xmlns:p14="http://schemas.microsoft.com/office/powerpoint/2010/main" val="876508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</TotalTime>
  <Words>285</Words>
  <Application>Microsoft Office PowerPoint</Application>
  <PresentationFormat>Widescreen</PresentationFormat>
  <Paragraphs>46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等线</vt:lpstr>
      <vt:lpstr>等线 Light</vt:lpstr>
      <vt:lpstr>Arial</vt:lpstr>
      <vt:lpstr>Office Theme</vt:lpstr>
      <vt:lpstr>一人公司（OPC）</vt:lpstr>
      <vt:lpstr>第二大脑 增强版（CODE PRO）</vt:lpstr>
      <vt:lpstr>AI</vt:lpstr>
      <vt:lpstr>赚</vt:lpstr>
      <vt:lpstr>Notion</vt:lpstr>
      <vt:lpstr>OB</vt:lpstr>
      <vt:lpstr>FAST  Learning &amp; Thinking</vt:lpstr>
      <vt:lpstr>AI概念术语</vt:lpstr>
      <vt:lpstr>AI工具</vt:lpstr>
      <vt:lpstr>AI应用</vt:lpstr>
      <vt:lpstr>赚人气</vt:lpstr>
      <vt:lpstr>赚$$$</vt:lpstr>
      <vt:lpstr>最小产品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 Robert</dc:creator>
  <cp:lastModifiedBy>Han Robert</cp:lastModifiedBy>
  <cp:revision>13</cp:revision>
  <cp:lastPrinted>2026-01-30T03:44:00Z</cp:lastPrinted>
  <dcterms:created xsi:type="dcterms:W3CDTF">2026-01-28T19:38:16Z</dcterms:created>
  <dcterms:modified xsi:type="dcterms:W3CDTF">2026-01-30T05:05:53Z</dcterms:modified>
</cp:coreProperties>
</file>