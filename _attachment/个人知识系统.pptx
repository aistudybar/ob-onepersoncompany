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8" r:id="rId2"/>
    <p:sldId id="259" r:id="rId3"/>
    <p:sldId id="260" r:id="rId4"/>
    <p:sldId id="263" r:id="rId5"/>
    <p:sldId id="262" r:id="rId6"/>
    <p:sldId id="264" r:id="rId7"/>
    <p:sldId id="265" r:id="rId8"/>
  </p:sldIdLst>
  <p:sldSz cx="12192000" cy="6858000"/>
  <p:notesSz cx="6858000" cy="9947275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8" d="100"/>
          <a:sy n="108" d="100"/>
        </p:scale>
        <p:origin x="67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an Robert" userId="5529f6dbd33587da" providerId="LiveId" clId="{AE45E590-06AB-4476-ADCC-676354308DC2}"/>
    <pc:docChg chg="undo custSel addSld modSld">
      <pc:chgData name="Han Robert" userId="5529f6dbd33587da" providerId="LiveId" clId="{AE45E590-06AB-4476-ADCC-676354308DC2}" dt="2025-06-04T21:54:20.267" v="283" actId="13926"/>
      <pc:docMkLst>
        <pc:docMk/>
      </pc:docMkLst>
      <pc:sldChg chg="addSp modSp new mod">
        <pc:chgData name="Han Robert" userId="5529f6dbd33587da" providerId="LiveId" clId="{AE45E590-06AB-4476-ADCC-676354308DC2}" dt="2025-06-04T21:54:20.267" v="283" actId="13926"/>
        <pc:sldMkLst>
          <pc:docMk/>
          <pc:sldMk cId="2713920075" sldId="264"/>
        </pc:sldMkLst>
        <pc:spChg chg="add mod">
          <ac:chgData name="Han Robert" userId="5529f6dbd33587da" providerId="LiveId" clId="{AE45E590-06AB-4476-ADCC-676354308DC2}" dt="2025-06-04T21:32:29.357" v="54" actId="14100"/>
          <ac:spMkLst>
            <pc:docMk/>
            <pc:sldMk cId="2713920075" sldId="264"/>
            <ac:spMk id="2" creationId="{33F37596-EC9B-4DC4-B1A9-40F408934AB4}"/>
          </ac:spMkLst>
        </pc:spChg>
        <pc:spChg chg="add mod">
          <ac:chgData name="Han Robert" userId="5529f6dbd33587da" providerId="LiveId" clId="{AE45E590-06AB-4476-ADCC-676354308DC2}" dt="2025-06-04T21:52:48.220" v="271" actId="20577"/>
          <ac:spMkLst>
            <pc:docMk/>
            <pc:sldMk cId="2713920075" sldId="264"/>
            <ac:spMk id="3" creationId="{8B167672-17B0-4B04-A53A-46269D698DA0}"/>
          </ac:spMkLst>
        </pc:spChg>
        <pc:spChg chg="add mod">
          <ac:chgData name="Han Robert" userId="5529f6dbd33587da" providerId="LiveId" clId="{AE45E590-06AB-4476-ADCC-676354308DC2}" dt="2025-06-04T21:36:58.065" v="122" actId="207"/>
          <ac:spMkLst>
            <pc:docMk/>
            <pc:sldMk cId="2713920075" sldId="264"/>
            <ac:spMk id="4" creationId="{BE511D61-DFCA-4E1D-9DD6-798D5F0B5BED}"/>
          </ac:spMkLst>
        </pc:spChg>
        <pc:spChg chg="add mod">
          <ac:chgData name="Han Robert" userId="5529f6dbd33587da" providerId="LiveId" clId="{AE45E590-06AB-4476-ADCC-676354308DC2}" dt="2025-06-04T21:36:20.085" v="115" actId="1076"/>
          <ac:spMkLst>
            <pc:docMk/>
            <pc:sldMk cId="2713920075" sldId="264"/>
            <ac:spMk id="5" creationId="{DFAB3414-28F6-4DE9-B6F1-5D48A0FE34D8}"/>
          </ac:spMkLst>
        </pc:spChg>
        <pc:spChg chg="add mod">
          <ac:chgData name="Han Robert" userId="5529f6dbd33587da" providerId="LiveId" clId="{AE45E590-06AB-4476-ADCC-676354308DC2}" dt="2025-06-04T21:36:00.477" v="111" actId="1076"/>
          <ac:spMkLst>
            <pc:docMk/>
            <pc:sldMk cId="2713920075" sldId="264"/>
            <ac:spMk id="6" creationId="{AE85AF31-7E76-4587-ACBA-81B23881AA49}"/>
          </ac:spMkLst>
        </pc:spChg>
        <pc:spChg chg="add mod">
          <ac:chgData name="Han Robert" userId="5529f6dbd33587da" providerId="LiveId" clId="{AE45E590-06AB-4476-ADCC-676354308DC2}" dt="2025-06-04T21:35:52.694" v="110" actId="1076"/>
          <ac:spMkLst>
            <pc:docMk/>
            <pc:sldMk cId="2713920075" sldId="264"/>
            <ac:spMk id="7" creationId="{83F07FF3-8991-460D-8FF6-B7E9D21B33E0}"/>
          </ac:spMkLst>
        </pc:spChg>
        <pc:spChg chg="add mod">
          <ac:chgData name="Han Robert" userId="5529f6dbd33587da" providerId="LiveId" clId="{AE45E590-06AB-4476-ADCC-676354308DC2}" dt="2025-06-04T21:36:13.278" v="114" actId="1076"/>
          <ac:spMkLst>
            <pc:docMk/>
            <pc:sldMk cId="2713920075" sldId="264"/>
            <ac:spMk id="8" creationId="{97DDB4DE-AE9D-4BC4-8C6B-A427F971048F}"/>
          </ac:spMkLst>
        </pc:spChg>
        <pc:spChg chg="add mod">
          <ac:chgData name="Han Robert" userId="5529f6dbd33587da" providerId="LiveId" clId="{AE45E590-06AB-4476-ADCC-676354308DC2}" dt="2025-06-04T21:35:04.182" v="103" actId="1076"/>
          <ac:spMkLst>
            <pc:docMk/>
            <pc:sldMk cId="2713920075" sldId="264"/>
            <ac:spMk id="9" creationId="{876FC8F2-F74D-4F39-A0D8-6C003E456DC9}"/>
          </ac:spMkLst>
        </pc:spChg>
        <pc:spChg chg="add mod">
          <ac:chgData name="Han Robert" userId="5529f6dbd33587da" providerId="LiveId" clId="{AE45E590-06AB-4476-ADCC-676354308DC2}" dt="2025-06-04T21:54:10.363" v="280" actId="13926"/>
          <ac:spMkLst>
            <pc:docMk/>
            <pc:sldMk cId="2713920075" sldId="264"/>
            <ac:spMk id="10" creationId="{AFF56E68-E02D-47AA-B766-A4238C1CEBAD}"/>
          </ac:spMkLst>
        </pc:spChg>
        <pc:spChg chg="add mod">
          <ac:chgData name="Han Robert" userId="5529f6dbd33587da" providerId="LiveId" clId="{AE45E590-06AB-4476-ADCC-676354308DC2}" dt="2025-06-04T21:53:29.772" v="272" actId="13926"/>
          <ac:spMkLst>
            <pc:docMk/>
            <pc:sldMk cId="2713920075" sldId="264"/>
            <ac:spMk id="11" creationId="{102D4444-37EC-4E51-BED5-948A0FDDDEA9}"/>
          </ac:spMkLst>
        </pc:spChg>
        <pc:spChg chg="add mod">
          <ac:chgData name="Han Robert" userId="5529f6dbd33587da" providerId="LiveId" clId="{AE45E590-06AB-4476-ADCC-676354308DC2}" dt="2025-06-04T21:53:40.607" v="274" actId="13926"/>
          <ac:spMkLst>
            <pc:docMk/>
            <pc:sldMk cId="2713920075" sldId="264"/>
            <ac:spMk id="12" creationId="{D7601869-7863-4332-AB53-7AAD39A76AC4}"/>
          </ac:spMkLst>
        </pc:spChg>
        <pc:spChg chg="add mod">
          <ac:chgData name="Han Robert" userId="5529f6dbd33587da" providerId="LiveId" clId="{AE45E590-06AB-4476-ADCC-676354308DC2}" dt="2025-06-04T21:54:20.267" v="283" actId="13926"/>
          <ac:spMkLst>
            <pc:docMk/>
            <pc:sldMk cId="2713920075" sldId="264"/>
            <ac:spMk id="13" creationId="{869EFBCF-DB54-4A9F-8963-7F7A2A52ECE1}"/>
          </ac:spMkLst>
        </pc:spChg>
        <pc:spChg chg="add mod">
          <ac:chgData name="Han Robert" userId="5529f6dbd33587da" providerId="LiveId" clId="{AE45E590-06AB-4476-ADCC-676354308DC2}" dt="2025-06-04T21:53:52.970" v="278" actId="13926"/>
          <ac:spMkLst>
            <pc:docMk/>
            <pc:sldMk cId="2713920075" sldId="264"/>
            <ac:spMk id="14" creationId="{F11CBC23-1EDC-4B68-A141-12EEDAD40A43}"/>
          </ac:spMkLst>
        </pc:spChg>
        <pc:spChg chg="add mod">
          <ac:chgData name="Han Robert" userId="5529f6dbd33587da" providerId="LiveId" clId="{AE45E590-06AB-4476-ADCC-676354308DC2}" dt="2025-06-04T21:53:49.594" v="277" actId="13926"/>
          <ac:spMkLst>
            <pc:docMk/>
            <pc:sldMk cId="2713920075" sldId="264"/>
            <ac:spMk id="15" creationId="{A01AE9A9-3F13-421F-AD92-D3E6F72511BB}"/>
          </ac:spMkLst>
        </pc:spChg>
      </pc:sldChg>
    </pc:docChg>
  </pc:docChgLst>
  <pc:docChgLst>
    <pc:chgData name="Han Robert" userId="5529f6dbd33587da" providerId="LiveId" clId="{1870AE2E-F6C5-447A-9083-C87C3B523B45}"/>
    <pc:docChg chg="undo custSel addSld delSld modSld sldOrd">
      <pc:chgData name="Han Robert" userId="5529f6dbd33587da" providerId="LiveId" clId="{1870AE2E-F6C5-447A-9083-C87C3B523B45}" dt="2025-03-20T20:14:36.560" v="2841" actId="1076"/>
      <pc:docMkLst>
        <pc:docMk/>
      </pc:docMkLst>
      <pc:sldChg chg="delSp modSp del mod">
        <pc:chgData name="Han Robert" userId="5529f6dbd33587da" providerId="LiveId" clId="{1870AE2E-F6C5-447A-9083-C87C3B523B45}" dt="2025-02-17T07:16:19.780" v="1000" actId="2696"/>
        <pc:sldMkLst>
          <pc:docMk/>
          <pc:sldMk cId="1647923105" sldId="256"/>
        </pc:sldMkLst>
        <pc:spChg chg="mod">
          <ac:chgData name="Han Robert" userId="5529f6dbd33587da" providerId="LiveId" clId="{1870AE2E-F6C5-447A-9083-C87C3B523B45}" dt="2025-02-15T00:11:10.808" v="207" actId="20577"/>
          <ac:spMkLst>
            <pc:docMk/>
            <pc:sldMk cId="1647923105" sldId="256"/>
            <ac:spMk id="6" creationId="{43244C9C-7910-4243-887E-D5EBD0992899}"/>
          </ac:spMkLst>
        </pc:spChg>
        <pc:spChg chg="mod">
          <ac:chgData name="Han Robert" userId="5529f6dbd33587da" providerId="LiveId" clId="{1870AE2E-F6C5-447A-9083-C87C3B523B45}" dt="2025-02-15T00:31:12.454" v="211" actId="1076"/>
          <ac:spMkLst>
            <pc:docMk/>
            <pc:sldMk cId="1647923105" sldId="256"/>
            <ac:spMk id="7" creationId="{912C3789-A65E-4B82-95B3-DFA665F5E26F}"/>
          </ac:spMkLst>
        </pc:spChg>
        <pc:spChg chg="mod">
          <ac:chgData name="Han Robert" userId="5529f6dbd33587da" providerId="LiveId" clId="{1870AE2E-F6C5-447A-9083-C87C3B523B45}" dt="2025-02-14T22:28:42.751" v="87" actId="1076"/>
          <ac:spMkLst>
            <pc:docMk/>
            <pc:sldMk cId="1647923105" sldId="256"/>
            <ac:spMk id="8" creationId="{D9F8A14D-43BC-4052-80F6-5D68993540C1}"/>
          </ac:spMkLst>
        </pc:spChg>
        <pc:spChg chg="del">
          <ac:chgData name="Han Robert" userId="5529f6dbd33587da" providerId="LiveId" clId="{1870AE2E-F6C5-447A-9083-C87C3B523B45}" dt="2025-02-17T07:15:07.240" v="986" actId="21"/>
          <ac:spMkLst>
            <pc:docMk/>
            <pc:sldMk cId="1647923105" sldId="256"/>
            <ac:spMk id="15" creationId="{0B65FC91-1FF3-4ACC-8619-2FEA72AF9B42}"/>
          </ac:spMkLst>
        </pc:spChg>
        <pc:spChg chg="del">
          <ac:chgData name="Han Robert" userId="5529f6dbd33587da" providerId="LiveId" clId="{1870AE2E-F6C5-447A-9083-C87C3B523B45}" dt="2025-02-17T07:15:07.240" v="986" actId="21"/>
          <ac:spMkLst>
            <pc:docMk/>
            <pc:sldMk cId="1647923105" sldId="256"/>
            <ac:spMk id="16" creationId="{FA1B7B51-4AFF-4382-9F0A-FBDE1C3352AA}"/>
          </ac:spMkLst>
        </pc:spChg>
        <pc:spChg chg="del">
          <ac:chgData name="Han Robert" userId="5529f6dbd33587da" providerId="LiveId" clId="{1870AE2E-F6C5-447A-9083-C87C3B523B45}" dt="2025-02-17T07:15:07.240" v="986" actId="21"/>
          <ac:spMkLst>
            <pc:docMk/>
            <pc:sldMk cId="1647923105" sldId="256"/>
            <ac:spMk id="17" creationId="{4CF0E4EB-DFBA-4BDA-8632-8DB479EFF626}"/>
          </ac:spMkLst>
        </pc:spChg>
        <pc:spChg chg="del">
          <ac:chgData name="Han Robert" userId="5529f6dbd33587da" providerId="LiveId" clId="{1870AE2E-F6C5-447A-9083-C87C3B523B45}" dt="2025-02-17T07:15:07.240" v="986" actId="21"/>
          <ac:spMkLst>
            <pc:docMk/>
            <pc:sldMk cId="1647923105" sldId="256"/>
            <ac:spMk id="18" creationId="{1ACB2431-4566-4010-8358-B396B2352BF7}"/>
          </ac:spMkLst>
        </pc:spChg>
        <pc:spChg chg="mod">
          <ac:chgData name="Han Robert" userId="5529f6dbd33587da" providerId="LiveId" clId="{1870AE2E-F6C5-447A-9083-C87C3B523B45}" dt="2025-02-17T07:14:36.455" v="982" actId="1076"/>
          <ac:spMkLst>
            <pc:docMk/>
            <pc:sldMk cId="1647923105" sldId="256"/>
            <ac:spMk id="19" creationId="{1B418A8C-0346-47F0-8F14-FB59CCD9BCF5}"/>
          </ac:spMkLst>
        </pc:spChg>
        <pc:spChg chg="del">
          <ac:chgData name="Han Robert" userId="5529f6dbd33587da" providerId="LiveId" clId="{1870AE2E-F6C5-447A-9083-C87C3B523B45}" dt="2025-02-17T07:15:07.240" v="986" actId="21"/>
          <ac:spMkLst>
            <pc:docMk/>
            <pc:sldMk cId="1647923105" sldId="256"/>
            <ac:spMk id="36" creationId="{61E8F84D-CA6B-451E-AD6A-8912532DD6BB}"/>
          </ac:spMkLst>
        </pc:spChg>
      </pc:sldChg>
      <pc:sldChg chg="modSp del mod">
        <pc:chgData name="Han Robert" userId="5529f6dbd33587da" providerId="LiveId" clId="{1870AE2E-F6C5-447A-9083-C87C3B523B45}" dt="2025-02-16T03:50:00.806" v="375" actId="2696"/>
        <pc:sldMkLst>
          <pc:docMk/>
          <pc:sldMk cId="1415247966" sldId="257"/>
        </pc:sldMkLst>
        <pc:spChg chg="mod">
          <ac:chgData name="Han Robert" userId="5529f6dbd33587da" providerId="LiveId" clId="{1870AE2E-F6C5-447A-9083-C87C3B523B45}" dt="2025-02-15T00:07:43.551" v="166"/>
          <ac:spMkLst>
            <pc:docMk/>
            <pc:sldMk cId="1415247966" sldId="257"/>
            <ac:spMk id="3" creationId="{1D8DD490-5E4C-4EBA-805A-F429EDCBFB45}"/>
          </ac:spMkLst>
        </pc:spChg>
      </pc:sldChg>
      <pc:sldChg chg="addSp delSp modSp new mod">
        <pc:chgData name="Han Robert" userId="5529f6dbd33587da" providerId="LiveId" clId="{1870AE2E-F6C5-447A-9083-C87C3B523B45}" dt="2025-03-20T20:14:36.560" v="2841" actId="1076"/>
        <pc:sldMkLst>
          <pc:docMk/>
          <pc:sldMk cId="2661159266" sldId="258"/>
        </pc:sldMkLst>
        <pc:spChg chg="add mod">
          <ac:chgData name="Han Robert" userId="5529f6dbd33587da" providerId="LiveId" clId="{1870AE2E-F6C5-447A-9083-C87C3B523B45}" dt="2025-02-17T19:50:47.388" v="1593" actId="207"/>
          <ac:spMkLst>
            <pc:docMk/>
            <pc:sldMk cId="2661159266" sldId="258"/>
            <ac:spMk id="2" creationId="{13EEEB72-1E67-403A-A29B-7E8D3CE32C8B}"/>
          </ac:spMkLst>
        </pc:spChg>
        <pc:spChg chg="add del mod">
          <ac:chgData name="Han Robert" userId="5529f6dbd33587da" providerId="LiveId" clId="{1870AE2E-F6C5-447A-9083-C87C3B523B45}" dt="2025-02-17T06:27:18.111" v="460" actId="21"/>
          <ac:spMkLst>
            <pc:docMk/>
            <pc:sldMk cId="2661159266" sldId="258"/>
            <ac:spMk id="3" creationId="{95B4E723-B5EE-4BC2-90A1-1A106CC9A74F}"/>
          </ac:spMkLst>
        </pc:spChg>
        <pc:spChg chg="add mod ord">
          <ac:chgData name="Han Robert" userId="5529f6dbd33587da" providerId="LiveId" clId="{1870AE2E-F6C5-447A-9083-C87C3B523B45}" dt="2025-03-20T20:13:42.681" v="2835" actId="1076"/>
          <ac:spMkLst>
            <pc:docMk/>
            <pc:sldMk cId="2661159266" sldId="258"/>
            <ac:spMk id="3" creationId="{DC0E94CC-BF93-405E-9713-563292F013D6}"/>
          </ac:spMkLst>
        </pc:spChg>
        <pc:spChg chg="add del mod">
          <ac:chgData name="Han Robert" userId="5529f6dbd33587da" providerId="LiveId" clId="{1870AE2E-F6C5-447A-9083-C87C3B523B45}" dt="2025-02-17T08:46:58.758" v="1243"/>
          <ac:spMkLst>
            <pc:docMk/>
            <pc:sldMk cId="2661159266" sldId="258"/>
            <ac:spMk id="4" creationId="{C83306A0-7A63-42ED-9FB3-005B58F19175}"/>
          </ac:spMkLst>
        </pc:spChg>
        <pc:spChg chg="add del mod">
          <ac:chgData name="Han Robert" userId="5529f6dbd33587da" providerId="LiveId" clId="{1870AE2E-F6C5-447A-9083-C87C3B523B45}" dt="2025-02-17T06:27:18.111" v="460" actId="21"/>
          <ac:spMkLst>
            <pc:docMk/>
            <pc:sldMk cId="2661159266" sldId="258"/>
            <ac:spMk id="5" creationId="{A317023B-4BD6-4AF6-BF01-4EC848102A8A}"/>
          </ac:spMkLst>
        </pc:spChg>
        <pc:spChg chg="add del mod">
          <ac:chgData name="Han Robert" userId="5529f6dbd33587da" providerId="LiveId" clId="{1870AE2E-F6C5-447A-9083-C87C3B523B45}" dt="2025-03-20T20:14:08.723" v="2838" actId="478"/>
          <ac:spMkLst>
            <pc:docMk/>
            <pc:sldMk cId="2661159266" sldId="258"/>
            <ac:spMk id="7" creationId="{AC4F87BA-F9DD-4D96-A1DC-F844A1F2CBC6}"/>
          </ac:spMkLst>
        </pc:spChg>
        <pc:spChg chg="add del mod">
          <ac:chgData name="Han Robert" userId="5529f6dbd33587da" providerId="LiveId" clId="{1870AE2E-F6C5-447A-9083-C87C3B523B45}" dt="2025-02-17T06:30:38.299" v="509" actId="478"/>
          <ac:spMkLst>
            <pc:docMk/>
            <pc:sldMk cId="2661159266" sldId="258"/>
            <ac:spMk id="9" creationId="{1FF8ABE9-EC26-4872-87C0-4F186DE86322}"/>
          </ac:spMkLst>
        </pc:spChg>
        <pc:spChg chg="add del mod">
          <ac:chgData name="Han Robert" userId="5529f6dbd33587da" providerId="LiveId" clId="{1870AE2E-F6C5-447A-9083-C87C3B523B45}" dt="2025-02-16T03:47:52.457" v="359" actId="478"/>
          <ac:spMkLst>
            <pc:docMk/>
            <pc:sldMk cId="2661159266" sldId="258"/>
            <ac:spMk id="11" creationId="{BA6AC405-735E-4A79-8AA2-848E8B296623}"/>
          </ac:spMkLst>
        </pc:spChg>
        <pc:spChg chg="add del mod">
          <ac:chgData name="Han Robert" userId="5529f6dbd33587da" providerId="LiveId" clId="{1870AE2E-F6C5-447A-9083-C87C3B523B45}" dt="2025-02-17T06:21:19.596" v="386" actId="478"/>
          <ac:spMkLst>
            <pc:docMk/>
            <pc:sldMk cId="2661159266" sldId="258"/>
            <ac:spMk id="12" creationId="{1F925C80-D1F4-4614-AC4F-8C0980269C95}"/>
          </ac:spMkLst>
        </pc:spChg>
        <pc:spChg chg="add mod">
          <ac:chgData name="Han Robert" userId="5529f6dbd33587da" providerId="LiveId" clId="{1870AE2E-F6C5-447A-9083-C87C3B523B45}" dt="2025-03-20T20:13:28.153" v="2833" actId="1076"/>
          <ac:spMkLst>
            <pc:docMk/>
            <pc:sldMk cId="2661159266" sldId="258"/>
            <ac:spMk id="14" creationId="{FB12C947-260E-4845-80E0-2083D194AC79}"/>
          </ac:spMkLst>
        </pc:spChg>
        <pc:spChg chg="add mod">
          <ac:chgData name="Han Robert" userId="5529f6dbd33587da" providerId="LiveId" clId="{1870AE2E-F6C5-447A-9083-C87C3B523B45}" dt="2025-03-20T20:13:28.153" v="2833" actId="1076"/>
          <ac:spMkLst>
            <pc:docMk/>
            <pc:sldMk cId="2661159266" sldId="258"/>
            <ac:spMk id="15" creationId="{4102A165-9A44-46D7-B5E5-01A9F130E366}"/>
          </ac:spMkLst>
        </pc:spChg>
        <pc:spChg chg="add del mod">
          <ac:chgData name="Han Robert" userId="5529f6dbd33587da" providerId="LiveId" clId="{1870AE2E-F6C5-447A-9083-C87C3B523B45}" dt="2025-02-17T06:37:14.438" v="572" actId="478"/>
          <ac:spMkLst>
            <pc:docMk/>
            <pc:sldMk cId="2661159266" sldId="258"/>
            <ac:spMk id="16" creationId="{77F0EB92-F7BB-4400-B893-4D51C1E93638}"/>
          </ac:spMkLst>
        </pc:spChg>
        <pc:spChg chg="add del mod">
          <ac:chgData name="Han Robert" userId="5529f6dbd33587da" providerId="LiveId" clId="{1870AE2E-F6C5-447A-9083-C87C3B523B45}" dt="2025-02-17T07:04:41.040" v="808" actId="478"/>
          <ac:spMkLst>
            <pc:docMk/>
            <pc:sldMk cId="2661159266" sldId="258"/>
            <ac:spMk id="22" creationId="{763EA1B3-F514-442D-8471-77AE728B956B}"/>
          </ac:spMkLst>
        </pc:spChg>
        <pc:spChg chg="add mod">
          <ac:chgData name="Han Robert" userId="5529f6dbd33587da" providerId="LiveId" clId="{1870AE2E-F6C5-447A-9083-C87C3B523B45}" dt="2025-03-20T20:14:05.440" v="2837" actId="1076"/>
          <ac:spMkLst>
            <pc:docMk/>
            <pc:sldMk cId="2661159266" sldId="258"/>
            <ac:spMk id="25" creationId="{3135D436-AE8A-4238-AA88-4EDB27CAAD29}"/>
          </ac:spMkLst>
        </pc:spChg>
        <pc:spChg chg="add del mod ord">
          <ac:chgData name="Han Robert" userId="5529f6dbd33587da" providerId="LiveId" clId="{1870AE2E-F6C5-447A-9083-C87C3B523B45}" dt="2025-02-17T06:35:56.476" v="562" actId="478"/>
          <ac:spMkLst>
            <pc:docMk/>
            <pc:sldMk cId="2661159266" sldId="258"/>
            <ac:spMk id="26" creationId="{280ADC30-402B-447F-9726-96BEFCBCC83F}"/>
          </ac:spMkLst>
        </pc:spChg>
        <pc:spChg chg="add mod">
          <ac:chgData name="Han Robert" userId="5529f6dbd33587da" providerId="LiveId" clId="{1870AE2E-F6C5-447A-9083-C87C3B523B45}" dt="2025-03-20T20:12:30.233" v="2826" actId="1076"/>
          <ac:spMkLst>
            <pc:docMk/>
            <pc:sldMk cId="2661159266" sldId="258"/>
            <ac:spMk id="27" creationId="{71A5C120-D428-4999-BE3F-97CEE02370CA}"/>
          </ac:spMkLst>
        </pc:spChg>
        <pc:spChg chg="add mod">
          <ac:chgData name="Han Robert" userId="5529f6dbd33587da" providerId="LiveId" clId="{1870AE2E-F6C5-447A-9083-C87C3B523B45}" dt="2025-02-17T19:51:59.933" v="1599" actId="207"/>
          <ac:spMkLst>
            <pc:docMk/>
            <pc:sldMk cId="2661159266" sldId="258"/>
            <ac:spMk id="28" creationId="{A53F6A97-490E-4ED9-9111-797FFF37006E}"/>
          </ac:spMkLst>
        </pc:spChg>
        <pc:spChg chg="add del mod">
          <ac:chgData name="Han Robert" userId="5529f6dbd33587da" providerId="LiveId" clId="{1870AE2E-F6C5-447A-9083-C87C3B523B45}" dt="2025-02-17T07:01:13.957" v="767" actId="478"/>
          <ac:spMkLst>
            <pc:docMk/>
            <pc:sldMk cId="2661159266" sldId="258"/>
            <ac:spMk id="29" creationId="{B380CCF3-EE3F-430F-AB9A-8127E02B3857}"/>
          </ac:spMkLst>
        </pc:spChg>
        <pc:spChg chg="add mod">
          <ac:chgData name="Han Robert" userId="5529f6dbd33587da" providerId="LiveId" clId="{1870AE2E-F6C5-447A-9083-C87C3B523B45}" dt="2025-03-20T20:14:36.560" v="2841" actId="1076"/>
          <ac:spMkLst>
            <pc:docMk/>
            <pc:sldMk cId="2661159266" sldId="258"/>
            <ac:spMk id="30" creationId="{7A11D57A-7DD5-426E-BEA9-C0C983994DFF}"/>
          </ac:spMkLst>
        </pc:spChg>
        <pc:spChg chg="add mod">
          <ac:chgData name="Han Robert" userId="5529f6dbd33587da" providerId="LiveId" clId="{1870AE2E-F6C5-447A-9083-C87C3B523B45}" dt="2025-03-20T20:13:42.681" v="2835" actId="1076"/>
          <ac:spMkLst>
            <pc:docMk/>
            <pc:sldMk cId="2661159266" sldId="258"/>
            <ac:spMk id="31" creationId="{B970C4E0-FE82-4698-959E-734F7D65D3AB}"/>
          </ac:spMkLst>
        </pc:spChg>
        <pc:spChg chg="add mod">
          <ac:chgData name="Han Robert" userId="5529f6dbd33587da" providerId="LiveId" clId="{1870AE2E-F6C5-447A-9083-C87C3B523B45}" dt="2025-03-20T20:13:42.681" v="2835" actId="1076"/>
          <ac:spMkLst>
            <pc:docMk/>
            <pc:sldMk cId="2661159266" sldId="258"/>
            <ac:spMk id="32" creationId="{F7765E75-FD04-4630-BB27-91EB347B6AC9}"/>
          </ac:spMkLst>
        </pc:spChg>
        <pc:spChg chg="add mod ord">
          <ac:chgData name="Han Robert" userId="5529f6dbd33587da" providerId="LiveId" clId="{1870AE2E-F6C5-447A-9083-C87C3B523B45}" dt="2025-03-20T20:12:44.705" v="2828" actId="1076"/>
          <ac:spMkLst>
            <pc:docMk/>
            <pc:sldMk cId="2661159266" sldId="258"/>
            <ac:spMk id="33" creationId="{6A8FB99B-E783-4E7D-B04D-1B14022C0C8B}"/>
          </ac:spMkLst>
        </pc:spChg>
        <pc:spChg chg="add mod ord">
          <ac:chgData name="Han Robert" userId="5529f6dbd33587da" providerId="LiveId" clId="{1870AE2E-F6C5-447A-9083-C87C3B523B45}" dt="2025-03-20T20:13:14.320" v="2830" actId="1076"/>
          <ac:spMkLst>
            <pc:docMk/>
            <pc:sldMk cId="2661159266" sldId="258"/>
            <ac:spMk id="34" creationId="{72A4019B-AACB-483B-860C-7CC241A56E49}"/>
          </ac:spMkLst>
        </pc:spChg>
        <pc:spChg chg="add del mod">
          <ac:chgData name="Han Robert" userId="5529f6dbd33587da" providerId="LiveId" clId="{1870AE2E-F6C5-447A-9083-C87C3B523B45}" dt="2025-03-20T20:14:09.993" v="2839" actId="478"/>
          <ac:spMkLst>
            <pc:docMk/>
            <pc:sldMk cId="2661159266" sldId="258"/>
            <ac:spMk id="35" creationId="{3CA7E6C1-85C5-4BA0-B1EA-78A84E72D915}"/>
          </ac:spMkLst>
        </pc:spChg>
        <pc:spChg chg="add del mod">
          <ac:chgData name="Han Robert" userId="5529f6dbd33587da" providerId="LiveId" clId="{1870AE2E-F6C5-447A-9083-C87C3B523B45}" dt="2025-02-17T07:01:07.363" v="766" actId="478"/>
          <ac:spMkLst>
            <pc:docMk/>
            <pc:sldMk cId="2661159266" sldId="258"/>
            <ac:spMk id="35" creationId="{E9C40415-9DFF-4D3C-B030-EB9C4E287C1B}"/>
          </ac:spMkLst>
        </pc:spChg>
        <pc:spChg chg="add mod">
          <ac:chgData name="Han Robert" userId="5529f6dbd33587da" providerId="LiveId" clId="{1870AE2E-F6C5-447A-9083-C87C3B523B45}" dt="2025-03-20T20:13:42.681" v="2835" actId="1076"/>
          <ac:spMkLst>
            <pc:docMk/>
            <pc:sldMk cId="2661159266" sldId="258"/>
            <ac:spMk id="36" creationId="{3CDC0E89-454A-497C-B0C3-78E244063FFD}"/>
          </ac:spMkLst>
        </pc:spChg>
        <pc:spChg chg="add mod">
          <ac:chgData name="Han Robert" userId="5529f6dbd33587da" providerId="LiveId" clId="{1870AE2E-F6C5-447A-9083-C87C3B523B45}" dt="2025-03-20T20:12:44.705" v="2828" actId="1076"/>
          <ac:spMkLst>
            <pc:docMk/>
            <pc:sldMk cId="2661159266" sldId="258"/>
            <ac:spMk id="37" creationId="{88473A22-6CC9-4542-9936-CE1AD1EDCF6B}"/>
          </ac:spMkLst>
        </pc:spChg>
        <pc:spChg chg="add mod ord">
          <ac:chgData name="Han Robert" userId="5529f6dbd33587da" providerId="LiveId" clId="{1870AE2E-F6C5-447A-9083-C87C3B523B45}" dt="2025-03-20T20:13:14.320" v="2830" actId="1076"/>
          <ac:spMkLst>
            <pc:docMk/>
            <pc:sldMk cId="2661159266" sldId="258"/>
            <ac:spMk id="38" creationId="{E053B064-8F70-4A03-80B6-01799A1E5A15}"/>
          </ac:spMkLst>
        </pc:spChg>
        <pc:spChg chg="add mod">
          <ac:chgData name="Han Robert" userId="5529f6dbd33587da" providerId="LiveId" clId="{1870AE2E-F6C5-447A-9083-C87C3B523B45}" dt="2025-03-20T20:12:37.881" v="2827" actId="1076"/>
          <ac:spMkLst>
            <pc:docMk/>
            <pc:sldMk cId="2661159266" sldId="258"/>
            <ac:spMk id="39" creationId="{5D39A696-13B1-4A1B-9609-9DB284962B38}"/>
          </ac:spMkLst>
        </pc:spChg>
        <pc:spChg chg="add mod">
          <ac:chgData name="Han Robert" userId="5529f6dbd33587da" providerId="LiveId" clId="{1870AE2E-F6C5-447A-9083-C87C3B523B45}" dt="2025-03-20T20:13:42.681" v="2835" actId="1076"/>
          <ac:spMkLst>
            <pc:docMk/>
            <pc:sldMk cId="2661159266" sldId="258"/>
            <ac:spMk id="40" creationId="{8E2FCD3F-7D20-467E-BE15-FBB60BE79144}"/>
          </ac:spMkLst>
        </pc:spChg>
        <pc:spChg chg="add mod">
          <ac:chgData name="Han Robert" userId="5529f6dbd33587da" providerId="LiveId" clId="{1870AE2E-F6C5-447A-9083-C87C3B523B45}" dt="2025-03-20T20:12:44.705" v="2828" actId="1076"/>
          <ac:spMkLst>
            <pc:docMk/>
            <pc:sldMk cId="2661159266" sldId="258"/>
            <ac:spMk id="41" creationId="{FF779CD5-975E-45A4-A829-6B5EAC328C24}"/>
          </ac:spMkLst>
        </pc:spChg>
        <pc:spChg chg="add mod">
          <ac:chgData name="Han Robert" userId="5529f6dbd33587da" providerId="LiveId" clId="{1870AE2E-F6C5-447A-9083-C87C3B523B45}" dt="2025-03-20T20:14:32.768" v="2840" actId="1076"/>
          <ac:spMkLst>
            <pc:docMk/>
            <pc:sldMk cId="2661159266" sldId="258"/>
            <ac:spMk id="42" creationId="{60686DA1-AC22-45E3-8AC7-32CE0185D0A3}"/>
          </ac:spMkLst>
        </pc:spChg>
        <pc:spChg chg="add mod">
          <ac:chgData name="Han Robert" userId="5529f6dbd33587da" providerId="LiveId" clId="{1870AE2E-F6C5-447A-9083-C87C3B523B45}" dt="2025-02-18T00:26:18.437" v="1763" actId="20577"/>
          <ac:spMkLst>
            <pc:docMk/>
            <pc:sldMk cId="2661159266" sldId="258"/>
            <ac:spMk id="43" creationId="{08957AFF-FD7A-4AE4-B63E-D775C97E39E2}"/>
          </ac:spMkLst>
        </pc:spChg>
        <pc:spChg chg="add del mod">
          <ac:chgData name="Han Robert" userId="5529f6dbd33587da" providerId="LiveId" clId="{1870AE2E-F6C5-447A-9083-C87C3B523B45}" dt="2025-02-17T06:35:42.590" v="559" actId="478"/>
          <ac:spMkLst>
            <pc:docMk/>
            <pc:sldMk cId="2661159266" sldId="258"/>
            <ac:spMk id="43" creationId="{80E1CBBA-542E-43E8-B44C-4C9B6E12D7EE}"/>
          </ac:spMkLst>
        </pc:spChg>
        <pc:spChg chg="add mod">
          <ac:chgData name="Han Robert" userId="5529f6dbd33587da" providerId="LiveId" clId="{1870AE2E-F6C5-447A-9083-C87C3B523B45}" dt="2025-03-20T20:12:30.233" v="2826" actId="1076"/>
          <ac:spMkLst>
            <pc:docMk/>
            <pc:sldMk cId="2661159266" sldId="258"/>
            <ac:spMk id="44" creationId="{651AEA7E-47EA-4840-8734-BFEBEAAC919C}"/>
          </ac:spMkLst>
        </pc:spChg>
        <pc:spChg chg="add del mod">
          <ac:chgData name="Han Robert" userId="5529f6dbd33587da" providerId="LiveId" clId="{1870AE2E-F6C5-447A-9083-C87C3B523B45}" dt="2025-02-19T20:39:54.604" v="1829" actId="21"/>
          <ac:spMkLst>
            <pc:docMk/>
            <pc:sldMk cId="2661159266" sldId="258"/>
            <ac:spMk id="45" creationId="{5E4E6D28-4EA0-440E-B935-C04169FAF0B0}"/>
          </ac:spMkLst>
        </pc:spChg>
        <pc:spChg chg="add mod">
          <ac:chgData name="Han Robert" userId="5529f6dbd33587da" providerId="LiveId" clId="{1870AE2E-F6C5-447A-9083-C87C3B523B45}" dt="2025-03-20T20:12:37.881" v="2827" actId="1076"/>
          <ac:spMkLst>
            <pc:docMk/>
            <pc:sldMk cId="2661159266" sldId="258"/>
            <ac:spMk id="45" creationId="{CCD10E0C-B3CE-4496-B780-79CCCE1472E6}"/>
          </ac:spMkLst>
        </pc:spChg>
        <pc:spChg chg="add del mod">
          <ac:chgData name="Han Robert" userId="5529f6dbd33587da" providerId="LiveId" clId="{1870AE2E-F6C5-447A-9083-C87C3B523B45}" dt="2025-02-17T06:48:11.468" v="642" actId="478"/>
          <ac:spMkLst>
            <pc:docMk/>
            <pc:sldMk cId="2661159266" sldId="258"/>
            <ac:spMk id="48" creationId="{7219B824-7077-4A81-BE9A-805FE26017B9}"/>
          </ac:spMkLst>
        </pc:spChg>
        <pc:spChg chg="add del mod">
          <ac:chgData name="Han Robert" userId="5529f6dbd33587da" providerId="LiveId" clId="{1870AE2E-F6C5-447A-9083-C87C3B523B45}" dt="2025-02-17T06:51:24.524" v="682" actId="478"/>
          <ac:spMkLst>
            <pc:docMk/>
            <pc:sldMk cId="2661159266" sldId="258"/>
            <ac:spMk id="49" creationId="{06A09643-2D22-4A9F-A30C-63E82B7CF51A}"/>
          </ac:spMkLst>
        </pc:spChg>
        <pc:spChg chg="add mod">
          <ac:chgData name="Han Robert" userId="5529f6dbd33587da" providerId="LiveId" clId="{1870AE2E-F6C5-447A-9083-C87C3B523B45}" dt="2025-03-20T20:13:14.320" v="2830" actId="1076"/>
          <ac:spMkLst>
            <pc:docMk/>
            <pc:sldMk cId="2661159266" sldId="258"/>
            <ac:spMk id="54" creationId="{555D0BF6-3A2F-40EF-AC6C-913BE8EFDC7D}"/>
          </ac:spMkLst>
        </pc:spChg>
        <pc:spChg chg="add del mod">
          <ac:chgData name="Han Robert" userId="5529f6dbd33587da" providerId="LiveId" clId="{1870AE2E-F6C5-447A-9083-C87C3B523B45}" dt="2025-02-17T06:46:18.934" v="621" actId="478"/>
          <ac:spMkLst>
            <pc:docMk/>
            <pc:sldMk cId="2661159266" sldId="258"/>
            <ac:spMk id="55" creationId="{9A7E808C-894B-4585-93BF-7B02D389CD82}"/>
          </ac:spMkLst>
        </pc:spChg>
        <pc:spChg chg="add mod">
          <ac:chgData name="Han Robert" userId="5529f6dbd33587da" providerId="LiveId" clId="{1870AE2E-F6C5-447A-9083-C87C3B523B45}" dt="2025-03-20T20:13:14.320" v="2830" actId="1076"/>
          <ac:spMkLst>
            <pc:docMk/>
            <pc:sldMk cId="2661159266" sldId="258"/>
            <ac:spMk id="56" creationId="{9EAE8861-7F33-435B-A59B-CBA62F4766CA}"/>
          </ac:spMkLst>
        </pc:spChg>
        <pc:spChg chg="add del mod">
          <ac:chgData name="Han Robert" userId="5529f6dbd33587da" providerId="LiveId" clId="{1870AE2E-F6C5-447A-9083-C87C3B523B45}" dt="2025-02-17T07:02:40.795" v="783" actId="478"/>
          <ac:spMkLst>
            <pc:docMk/>
            <pc:sldMk cId="2661159266" sldId="258"/>
            <ac:spMk id="57" creationId="{77FFC971-450E-4C23-8C77-0063E12D2E2F}"/>
          </ac:spMkLst>
        </pc:spChg>
        <pc:spChg chg="add mod ord">
          <ac:chgData name="Han Robert" userId="5529f6dbd33587da" providerId="LiveId" clId="{1870AE2E-F6C5-447A-9083-C87C3B523B45}" dt="2025-03-20T20:13:14.320" v="2830" actId="1076"/>
          <ac:spMkLst>
            <pc:docMk/>
            <pc:sldMk cId="2661159266" sldId="258"/>
            <ac:spMk id="58" creationId="{C12AD67E-DBE7-4D70-9207-1D57055FD1AA}"/>
          </ac:spMkLst>
        </pc:spChg>
        <pc:spChg chg="add del mod">
          <ac:chgData name="Han Robert" userId="5529f6dbd33587da" providerId="LiveId" clId="{1870AE2E-F6C5-447A-9083-C87C3B523B45}" dt="2025-02-17T07:04:30.247" v="804"/>
          <ac:spMkLst>
            <pc:docMk/>
            <pc:sldMk cId="2661159266" sldId="258"/>
            <ac:spMk id="59" creationId="{E7E7AF3D-5679-47BC-A3B2-9CCC01103411}"/>
          </ac:spMkLst>
        </pc:spChg>
        <pc:spChg chg="add mod">
          <ac:chgData name="Han Robert" userId="5529f6dbd33587da" providerId="LiveId" clId="{1870AE2E-F6C5-447A-9083-C87C3B523B45}" dt="2025-03-20T20:12:30.233" v="2826" actId="1076"/>
          <ac:spMkLst>
            <pc:docMk/>
            <pc:sldMk cId="2661159266" sldId="258"/>
            <ac:spMk id="60" creationId="{D2916004-0993-404C-B0C9-1F21D2020EE6}"/>
          </ac:spMkLst>
        </pc:spChg>
        <pc:spChg chg="add mod">
          <ac:chgData name="Han Robert" userId="5529f6dbd33587da" providerId="LiveId" clId="{1870AE2E-F6C5-447A-9083-C87C3B523B45}" dt="2025-03-20T20:12:18.896" v="2825" actId="1076"/>
          <ac:spMkLst>
            <pc:docMk/>
            <pc:sldMk cId="2661159266" sldId="258"/>
            <ac:spMk id="68" creationId="{98616D0A-204C-4B34-8C14-BB962E995C1F}"/>
          </ac:spMkLst>
        </pc:spChg>
        <pc:spChg chg="add del mod">
          <ac:chgData name="Han Robert" userId="5529f6dbd33587da" providerId="LiveId" clId="{1870AE2E-F6C5-447A-9083-C87C3B523B45}" dt="2025-02-17T08:42:41.617" v="1199" actId="478"/>
          <ac:spMkLst>
            <pc:docMk/>
            <pc:sldMk cId="2661159266" sldId="258"/>
            <ac:spMk id="69" creationId="{D5D29ECD-9BA5-4089-B4FE-75E17D4E40D2}"/>
          </ac:spMkLst>
        </pc:spChg>
        <pc:spChg chg="add del mod">
          <ac:chgData name="Han Robert" userId="5529f6dbd33587da" providerId="LiveId" clId="{1870AE2E-F6C5-447A-9083-C87C3B523B45}" dt="2025-02-17T08:42:41.618" v="1201"/>
          <ac:spMkLst>
            <pc:docMk/>
            <pc:sldMk cId="2661159266" sldId="258"/>
            <ac:spMk id="70" creationId="{8027389E-E724-4D32-877C-D72E02D7C38F}"/>
          </ac:spMkLst>
        </pc:spChg>
        <pc:spChg chg="add mod">
          <ac:chgData name="Han Robert" userId="5529f6dbd33587da" providerId="LiveId" clId="{1870AE2E-F6C5-447A-9083-C87C3B523B45}" dt="2025-03-20T20:12:10.115" v="2824" actId="1076"/>
          <ac:spMkLst>
            <pc:docMk/>
            <pc:sldMk cId="2661159266" sldId="258"/>
            <ac:spMk id="71" creationId="{BFA38EE7-B71E-4AD7-8929-5755CAA319FB}"/>
          </ac:spMkLst>
        </pc:spChg>
        <pc:spChg chg="add del mod">
          <ac:chgData name="Han Robert" userId="5529f6dbd33587da" providerId="LiveId" clId="{1870AE2E-F6C5-447A-9083-C87C3B523B45}" dt="2025-02-17T08:41:41.649" v="1185"/>
          <ac:spMkLst>
            <pc:docMk/>
            <pc:sldMk cId="2661159266" sldId="258"/>
            <ac:spMk id="72" creationId="{E5EB1C51-1386-457B-8ECF-2CEC9646A3DA}"/>
          </ac:spMkLst>
        </pc:spChg>
        <pc:spChg chg="add mod">
          <ac:chgData name="Han Robert" userId="5529f6dbd33587da" providerId="LiveId" clId="{1870AE2E-F6C5-447A-9083-C87C3B523B45}" dt="2025-03-20T20:12:37.881" v="2827" actId="1076"/>
          <ac:spMkLst>
            <pc:docMk/>
            <pc:sldMk cId="2661159266" sldId="258"/>
            <ac:spMk id="73" creationId="{6C34AA42-77D9-4DFF-9D8B-F833B5417046}"/>
          </ac:spMkLst>
        </pc:spChg>
        <pc:spChg chg="add mod">
          <ac:chgData name="Han Robert" userId="5529f6dbd33587da" providerId="LiveId" clId="{1870AE2E-F6C5-447A-9083-C87C3B523B45}" dt="2025-03-20T20:12:37.881" v="2827" actId="1076"/>
          <ac:spMkLst>
            <pc:docMk/>
            <pc:sldMk cId="2661159266" sldId="258"/>
            <ac:spMk id="74" creationId="{BC4E816E-4603-4C77-ACE6-EEFA09889FE2}"/>
          </ac:spMkLst>
        </pc:spChg>
        <pc:spChg chg="add del mod">
          <ac:chgData name="Han Robert" userId="5529f6dbd33587da" providerId="LiveId" clId="{1870AE2E-F6C5-447A-9083-C87C3B523B45}" dt="2025-02-17T07:15:14.136" v="988" actId="478"/>
          <ac:spMkLst>
            <pc:docMk/>
            <pc:sldMk cId="2661159266" sldId="258"/>
            <ac:spMk id="75" creationId="{E353BFB7-D3A7-42A8-8CCD-0A3522C242DA}"/>
          </ac:spMkLst>
        </pc:spChg>
        <pc:spChg chg="add del mod">
          <ac:chgData name="Han Robert" userId="5529f6dbd33587da" providerId="LiveId" clId="{1870AE2E-F6C5-447A-9083-C87C3B523B45}" dt="2025-02-17T07:15:17.878" v="990" actId="478"/>
          <ac:spMkLst>
            <pc:docMk/>
            <pc:sldMk cId="2661159266" sldId="258"/>
            <ac:spMk id="76" creationId="{605CA5E9-052D-4AEF-BD75-985D8AE704CA}"/>
          </ac:spMkLst>
        </pc:spChg>
        <pc:spChg chg="add del mod">
          <ac:chgData name="Han Robert" userId="5529f6dbd33587da" providerId="LiveId" clId="{1870AE2E-F6C5-447A-9083-C87C3B523B45}" dt="2025-02-17T07:16:40.135" v="1001" actId="478"/>
          <ac:spMkLst>
            <pc:docMk/>
            <pc:sldMk cId="2661159266" sldId="258"/>
            <ac:spMk id="77" creationId="{19015469-54E6-4EDC-A3F5-458A567CCABA}"/>
          </ac:spMkLst>
        </pc:spChg>
        <pc:spChg chg="add mod">
          <ac:chgData name="Han Robert" userId="5529f6dbd33587da" providerId="LiveId" clId="{1870AE2E-F6C5-447A-9083-C87C3B523B45}" dt="2025-03-20T20:13:32.089" v="2834" actId="1076"/>
          <ac:spMkLst>
            <pc:docMk/>
            <pc:sldMk cId="2661159266" sldId="258"/>
            <ac:spMk id="80" creationId="{FED433D5-C0E7-4DCF-8920-94E323F00A01}"/>
          </ac:spMkLst>
        </pc:spChg>
        <pc:spChg chg="add mod">
          <ac:chgData name="Han Robert" userId="5529f6dbd33587da" providerId="LiveId" clId="{1870AE2E-F6C5-447A-9083-C87C3B523B45}" dt="2025-03-20T20:12:10.115" v="2824" actId="1076"/>
          <ac:spMkLst>
            <pc:docMk/>
            <pc:sldMk cId="2661159266" sldId="258"/>
            <ac:spMk id="83" creationId="{E9848192-C93F-4C19-9018-75EBABBD8561}"/>
          </ac:spMkLst>
        </pc:spChg>
        <pc:picChg chg="add mod">
          <ac:chgData name="Han Robert" userId="5529f6dbd33587da" providerId="LiveId" clId="{1870AE2E-F6C5-447A-9083-C87C3B523B45}" dt="2025-03-20T20:12:10.115" v="2824" actId="1076"/>
          <ac:picMkLst>
            <pc:docMk/>
            <pc:sldMk cId="2661159266" sldId="258"/>
            <ac:picMk id="62" creationId="{273FD2F3-255D-4CE2-B370-35440C00ACF3}"/>
          </ac:picMkLst>
        </pc:picChg>
        <pc:cxnChg chg="add del mod">
          <ac:chgData name="Han Robert" userId="5529f6dbd33587da" providerId="LiveId" clId="{1870AE2E-F6C5-447A-9083-C87C3B523B45}" dt="2025-02-16T03:41:23.022" v="267" actId="478"/>
          <ac:cxnSpMkLst>
            <pc:docMk/>
            <pc:sldMk cId="2661159266" sldId="258"/>
            <ac:cxnSpMk id="6" creationId="{2AA264D6-AF50-401C-9812-A4D9193E35A6}"/>
          </ac:cxnSpMkLst>
        </pc:cxnChg>
        <pc:cxnChg chg="add mod">
          <ac:chgData name="Han Robert" userId="5529f6dbd33587da" providerId="LiveId" clId="{1870AE2E-F6C5-447A-9083-C87C3B523B45}" dt="2025-03-20T20:14:00.691" v="2836" actId="14100"/>
          <ac:cxnSpMkLst>
            <pc:docMk/>
            <pc:sldMk cId="2661159266" sldId="258"/>
            <ac:cxnSpMk id="8" creationId="{EABBEE09-4CA5-4933-A457-68D26EB16541}"/>
          </ac:cxnSpMkLst>
        </pc:cxnChg>
        <pc:cxnChg chg="add del mod">
          <ac:chgData name="Han Robert" userId="5529f6dbd33587da" providerId="LiveId" clId="{1870AE2E-F6C5-447A-9083-C87C3B523B45}" dt="2025-02-16T03:47:09.251" v="352" actId="478"/>
          <ac:cxnSpMkLst>
            <pc:docMk/>
            <pc:sldMk cId="2661159266" sldId="258"/>
            <ac:cxnSpMk id="10" creationId="{F3424600-2DC8-470D-92E8-2E7067D50571}"/>
          </ac:cxnSpMkLst>
        </pc:cxnChg>
        <pc:cxnChg chg="add del mod">
          <ac:chgData name="Han Robert" userId="5529f6dbd33587da" providerId="LiveId" clId="{1870AE2E-F6C5-447A-9083-C87C3B523B45}" dt="2025-02-17T06:27:11.687" v="459" actId="478"/>
          <ac:cxnSpMkLst>
            <pc:docMk/>
            <pc:sldMk cId="2661159266" sldId="258"/>
            <ac:cxnSpMk id="19" creationId="{CB31D3E2-FAFE-4BCA-962A-930BF0364D0D}"/>
          </ac:cxnSpMkLst>
        </pc:cxnChg>
        <pc:cxnChg chg="add del">
          <ac:chgData name="Han Robert" userId="5529f6dbd33587da" providerId="LiveId" clId="{1870AE2E-F6C5-447A-9083-C87C3B523B45}" dt="2025-02-17T07:07:00.164" v="845" actId="11529"/>
          <ac:cxnSpMkLst>
            <pc:docMk/>
            <pc:sldMk cId="2661159266" sldId="258"/>
            <ac:cxnSpMk id="64" creationId="{5A0BB142-B1B2-4A78-8241-131F57BFEE50}"/>
          </ac:cxnSpMkLst>
        </pc:cxnChg>
        <pc:cxnChg chg="add mod">
          <ac:chgData name="Han Robert" userId="5529f6dbd33587da" providerId="LiveId" clId="{1870AE2E-F6C5-447A-9083-C87C3B523B45}" dt="2025-03-20T20:13:14.320" v="2830" actId="1076"/>
          <ac:cxnSpMkLst>
            <pc:docMk/>
            <pc:sldMk cId="2661159266" sldId="258"/>
            <ac:cxnSpMk id="65" creationId="{7FB5F066-EDAB-43DB-9704-10E68589CCAC}"/>
          </ac:cxnSpMkLst>
        </pc:cxnChg>
      </pc:sldChg>
      <pc:sldChg chg="addSp delSp modSp new mod">
        <pc:chgData name="Han Robert" userId="5529f6dbd33587da" providerId="LiveId" clId="{1870AE2E-F6C5-447A-9083-C87C3B523B45}" dt="2025-03-20T20:11:33.952" v="2822" actId="1076"/>
        <pc:sldMkLst>
          <pc:docMk/>
          <pc:sldMk cId="1354656237" sldId="259"/>
        </pc:sldMkLst>
        <pc:spChg chg="add del">
          <ac:chgData name="Han Robert" userId="5529f6dbd33587da" providerId="LiveId" clId="{1870AE2E-F6C5-447A-9083-C87C3B523B45}" dt="2025-03-20T20:08:29.822" v="2759"/>
          <ac:spMkLst>
            <pc:docMk/>
            <pc:sldMk cId="1354656237" sldId="259"/>
            <ac:spMk id="6" creationId="{682DF42E-5013-4500-B310-D25BC4B4983A}"/>
          </ac:spMkLst>
        </pc:spChg>
        <pc:spChg chg="add del mod">
          <ac:chgData name="Han Robert" userId="5529f6dbd33587da" providerId="LiveId" clId="{1870AE2E-F6C5-447A-9083-C87C3B523B45}" dt="2025-02-19T20:40:01.303" v="1831" actId="478"/>
          <ac:spMkLst>
            <pc:docMk/>
            <pc:sldMk cId="1354656237" sldId="259"/>
            <ac:spMk id="22" creationId="{C378698F-20B8-4BCB-B278-608D6218695F}"/>
          </ac:spMkLst>
        </pc:spChg>
        <pc:spChg chg="add mod">
          <ac:chgData name="Han Robert" userId="5529f6dbd33587da" providerId="LiveId" clId="{1870AE2E-F6C5-447A-9083-C87C3B523B45}" dt="2025-03-20T20:11:14.921" v="2817" actId="1076"/>
          <ac:spMkLst>
            <pc:docMk/>
            <pc:sldMk cId="1354656237" sldId="259"/>
            <ac:spMk id="23" creationId="{A39CA7FF-6AEB-405A-8809-1AD5D3A1B162}"/>
          </ac:spMkLst>
        </pc:spChg>
        <pc:spChg chg="add mod">
          <ac:chgData name="Han Robert" userId="5529f6dbd33587da" providerId="LiveId" clId="{1870AE2E-F6C5-447A-9083-C87C3B523B45}" dt="2025-02-19T20:50:55.177" v="2010" actId="1076"/>
          <ac:spMkLst>
            <pc:docMk/>
            <pc:sldMk cId="1354656237" sldId="259"/>
            <ac:spMk id="24" creationId="{0BE22726-D1E7-4E03-85D8-431855745703}"/>
          </ac:spMkLst>
        </pc:spChg>
        <pc:spChg chg="add del mod">
          <ac:chgData name="Han Robert" userId="5529f6dbd33587da" providerId="LiveId" clId="{1870AE2E-F6C5-447A-9083-C87C3B523B45}" dt="2025-02-19T20:41:41.604" v="1882"/>
          <ac:spMkLst>
            <pc:docMk/>
            <pc:sldMk cId="1354656237" sldId="259"/>
            <ac:spMk id="25" creationId="{08575613-E008-48D9-93A4-884A34D3F294}"/>
          </ac:spMkLst>
        </pc:spChg>
        <pc:spChg chg="add mod">
          <ac:chgData name="Han Robert" userId="5529f6dbd33587da" providerId="LiveId" clId="{1870AE2E-F6C5-447A-9083-C87C3B523B45}" dt="2025-03-17T23:58:44.730" v="2612" actId="13926"/>
          <ac:spMkLst>
            <pc:docMk/>
            <pc:sldMk cId="1354656237" sldId="259"/>
            <ac:spMk id="25" creationId="{A16FD2F4-6516-4582-8B14-A57E7EE1D5EB}"/>
          </ac:spMkLst>
        </pc:spChg>
        <pc:spChg chg="add mod">
          <ac:chgData name="Han Robert" userId="5529f6dbd33587da" providerId="LiveId" clId="{1870AE2E-F6C5-447A-9083-C87C3B523B45}" dt="2025-02-19T20:42:12.056" v="1904" actId="14100"/>
          <ac:spMkLst>
            <pc:docMk/>
            <pc:sldMk cId="1354656237" sldId="259"/>
            <ac:spMk id="26" creationId="{FA1345CB-C4FC-4459-BAB4-7D430BE160F4}"/>
          </ac:spMkLst>
        </pc:spChg>
        <pc:spChg chg="add mod">
          <ac:chgData name="Han Robert" userId="5529f6dbd33587da" providerId="LiveId" clId="{1870AE2E-F6C5-447A-9083-C87C3B523B45}" dt="2025-02-19T20:47:41.136" v="1980" actId="1076"/>
          <ac:spMkLst>
            <pc:docMk/>
            <pc:sldMk cId="1354656237" sldId="259"/>
            <ac:spMk id="27" creationId="{584910EA-50BE-439B-8516-550EC07B73CB}"/>
          </ac:spMkLst>
        </pc:spChg>
        <pc:spChg chg="add mod">
          <ac:chgData name="Han Robert" userId="5529f6dbd33587da" providerId="LiveId" clId="{1870AE2E-F6C5-447A-9083-C87C3B523B45}" dt="2025-02-19T20:47:56.167" v="1982" actId="1076"/>
          <ac:spMkLst>
            <pc:docMk/>
            <pc:sldMk cId="1354656237" sldId="259"/>
            <ac:spMk id="28" creationId="{CB46EE49-6729-4479-9BBE-F89BC670B0C2}"/>
          </ac:spMkLst>
        </pc:spChg>
        <pc:spChg chg="add mod">
          <ac:chgData name="Han Robert" userId="5529f6dbd33587da" providerId="LiveId" clId="{1870AE2E-F6C5-447A-9083-C87C3B523B45}" dt="2025-02-19T20:43:45.777" v="1954" actId="1076"/>
          <ac:spMkLst>
            <pc:docMk/>
            <pc:sldMk cId="1354656237" sldId="259"/>
            <ac:spMk id="29" creationId="{E54556F9-F8A8-43CC-A120-D926E86BBF17}"/>
          </ac:spMkLst>
        </pc:spChg>
        <pc:spChg chg="add mod">
          <ac:chgData name="Han Robert" userId="5529f6dbd33587da" providerId="LiveId" clId="{1870AE2E-F6C5-447A-9083-C87C3B523B45}" dt="2025-03-17T23:58:32.601" v="2609" actId="13926"/>
          <ac:spMkLst>
            <pc:docMk/>
            <pc:sldMk cId="1354656237" sldId="259"/>
            <ac:spMk id="30" creationId="{3F714571-6485-4E14-A370-903692DC2B60}"/>
          </ac:spMkLst>
        </pc:spChg>
        <pc:spChg chg="add mod">
          <ac:chgData name="Han Robert" userId="5529f6dbd33587da" providerId="LiveId" clId="{1870AE2E-F6C5-447A-9083-C87C3B523B45}" dt="2025-02-19T20:50:45.416" v="2009" actId="14100"/>
          <ac:spMkLst>
            <pc:docMk/>
            <pc:sldMk cId="1354656237" sldId="259"/>
            <ac:spMk id="32" creationId="{DEF57072-66C1-47F8-8952-D436F61C7305}"/>
          </ac:spMkLst>
        </pc:spChg>
        <pc:spChg chg="add del mod">
          <ac:chgData name="Han Robert" userId="5529f6dbd33587da" providerId="LiveId" clId="{1870AE2E-F6C5-447A-9083-C87C3B523B45}" dt="2025-03-20T20:10:52.091" v="2813" actId="478"/>
          <ac:spMkLst>
            <pc:docMk/>
            <pc:sldMk cId="1354656237" sldId="259"/>
            <ac:spMk id="34" creationId="{2FA6ABDB-DC4D-4A5E-A63B-B8ADEBBB19F7}"/>
          </ac:spMkLst>
        </pc:spChg>
        <pc:spChg chg="add mod">
          <ac:chgData name="Han Robert" userId="5529f6dbd33587da" providerId="LiveId" clId="{1870AE2E-F6C5-447A-9083-C87C3B523B45}" dt="2025-02-19T20:49:42.202" v="1987" actId="207"/>
          <ac:spMkLst>
            <pc:docMk/>
            <pc:sldMk cId="1354656237" sldId="259"/>
            <ac:spMk id="35" creationId="{F96DA432-02F9-4BD2-BDF7-3987D3929BCD}"/>
          </ac:spMkLst>
        </pc:spChg>
        <pc:picChg chg="add mod">
          <ac:chgData name="Han Robert" userId="5529f6dbd33587da" providerId="LiveId" clId="{1870AE2E-F6C5-447A-9083-C87C3B523B45}" dt="2025-02-19T20:41:31.069" v="1878" actId="1076"/>
          <ac:picMkLst>
            <pc:docMk/>
            <pc:sldMk cId="1354656237" sldId="259"/>
            <ac:picMk id="3" creationId="{5F25D7E6-B6C6-4452-80EE-24CAFE21029F}"/>
          </ac:picMkLst>
        </pc:picChg>
        <pc:picChg chg="add mod">
          <ac:chgData name="Han Robert" userId="5529f6dbd33587da" providerId="LiveId" clId="{1870AE2E-F6C5-447A-9083-C87C3B523B45}" dt="2025-03-20T20:11:33.952" v="2822" actId="1076"/>
          <ac:picMkLst>
            <pc:docMk/>
            <pc:sldMk cId="1354656237" sldId="259"/>
            <ac:picMk id="4" creationId="{18155F07-69DB-4AA9-99C8-F243AFD1C441}"/>
          </ac:picMkLst>
        </pc:picChg>
        <pc:picChg chg="add mod">
          <ac:chgData name="Han Robert" userId="5529f6dbd33587da" providerId="LiveId" clId="{1870AE2E-F6C5-447A-9083-C87C3B523B45}" dt="2025-02-19T20:34:35.583" v="1787" actId="1076"/>
          <ac:picMkLst>
            <pc:docMk/>
            <pc:sldMk cId="1354656237" sldId="259"/>
            <ac:picMk id="8" creationId="{9FC12636-86E5-42FD-A8D6-E5E5AA8FAB4C}"/>
          </ac:picMkLst>
        </pc:picChg>
        <pc:picChg chg="add mod">
          <ac:chgData name="Han Robert" userId="5529f6dbd33587da" providerId="LiveId" clId="{1870AE2E-F6C5-447A-9083-C87C3B523B45}" dt="2025-02-19T20:51:43.480" v="2012" actId="1076"/>
          <ac:picMkLst>
            <pc:docMk/>
            <pc:sldMk cId="1354656237" sldId="259"/>
            <ac:picMk id="10" creationId="{DAED02AA-86FD-4738-B5BE-D05F12FB59C3}"/>
          </ac:picMkLst>
        </pc:picChg>
        <pc:picChg chg="add mod">
          <ac:chgData name="Han Robert" userId="5529f6dbd33587da" providerId="LiveId" clId="{1870AE2E-F6C5-447A-9083-C87C3B523B45}" dt="2025-02-19T20:35:09.904" v="1798" actId="1076"/>
          <ac:picMkLst>
            <pc:docMk/>
            <pc:sldMk cId="1354656237" sldId="259"/>
            <ac:picMk id="12" creationId="{716533D0-65C4-47C3-9E55-A1A9E986B58E}"/>
          </ac:picMkLst>
        </pc:picChg>
        <pc:picChg chg="add mod">
          <ac:chgData name="Han Robert" userId="5529f6dbd33587da" providerId="LiveId" clId="{1870AE2E-F6C5-447A-9083-C87C3B523B45}" dt="2025-02-19T20:41:19.512" v="1874" actId="1076"/>
          <ac:picMkLst>
            <pc:docMk/>
            <pc:sldMk cId="1354656237" sldId="259"/>
            <ac:picMk id="13" creationId="{0FA2C01A-4798-4F8F-ABC7-01F8807DBE4A}"/>
          </ac:picMkLst>
        </pc:picChg>
        <pc:picChg chg="add mod">
          <ac:chgData name="Han Robert" userId="5529f6dbd33587da" providerId="LiveId" clId="{1870AE2E-F6C5-447A-9083-C87C3B523B45}" dt="2025-02-19T20:35:09.904" v="1798" actId="1076"/>
          <ac:picMkLst>
            <pc:docMk/>
            <pc:sldMk cId="1354656237" sldId="259"/>
            <ac:picMk id="14" creationId="{C9E8EA38-9BA1-4870-BFB3-76794D29EAB6}"/>
          </ac:picMkLst>
        </pc:picChg>
        <pc:picChg chg="add mod">
          <ac:chgData name="Han Robert" userId="5529f6dbd33587da" providerId="LiveId" clId="{1870AE2E-F6C5-447A-9083-C87C3B523B45}" dt="2025-02-19T20:41:22.072" v="1875" actId="1076"/>
          <ac:picMkLst>
            <pc:docMk/>
            <pc:sldMk cId="1354656237" sldId="259"/>
            <ac:picMk id="15" creationId="{C729F1B6-A030-4AC3-8D5A-E712F731D912}"/>
          </ac:picMkLst>
        </pc:picChg>
        <pc:picChg chg="add mod">
          <ac:chgData name="Han Robert" userId="5529f6dbd33587da" providerId="LiveId" clId="{1870AE2E-F6C5-447A-9083-C87C3B523B45}" dt="2025-03-20T20:11:31.136" v="2821" actId="1076"/>
          <ac:picMkLst>
            <pc:docMk/>
            <pc:sldMk cId="1354656237" sldId="259"/>
            <ac:picMk id="17" creationId="{C9B12331-42C8-44ED-89B7-FC756D956A9F}"/>
          </ac:picMkLst>
        </pc:picChg>
        <pc:picChg chg="add mod">
          <ac:chgData name="Han Robert" userId="5529f6dbd33587da" providerId="LiveId" clId="{1870AE2E-F6C5-447A-9083-C87C3B523B45}" dt="2025-02-19T20:43:42.600" v="1953" actId="1076"/>
          <ac:picMkLst>
            <pc:docMk/>
            <pc:sldMk cId="1354656237" sldId="259"/>
            <ac:picMk id="19" creationId="{041D568E-2A74-4B8D-960C-23127DFF1D5F}"/>
          </ac:picMkLst>
        </pc:picChg>
        <pc:picChg chg="add mod">
          <ac:chgData name="Han Robert" userId="5529f6dbd33587da" providerId="LiveId" clId="{1870AE2E-F6C5-447A-9083-C87C3B523B45}" dt="2025-02-19T20:51:46.080" v="2013" actId="1076"/>
          <ac:picMkLst>
            <pc:docMk/>
            <pc:sldMk cId="1354656237" sldId="259"/>
            <ac:picMk id="20" creationId="{8446118F-5624-4C25-A15A-D82ED45B88FD}"/>
          </ac:picMkLst>
        </pc:picChg>
        <pc:picChg chg="add mod">
          <ac:chgData name="Han Robert" userId="5529f6dbd33587da" providerId="LiveId" clId="{1870AE2E-F6C5-447A-9083-C87C3B523B45}" dt="2025-02-19T20:51:41.280" v="2011" actId="1076"/>
          <ac:picMkLst>
            <pc:docMk/>
            <pc:sldMk cId="1354656237" sldId="259"/>
            <ac:picMk id="21" creationId="{1FB639F1-5F10-4851-8F85-223C3E4F4DCA}"/>
          </ac:picMkLst>
        </pc:picChg>
        <pc:picChg chg="add mod">
          <ac:chgData name="Han Robert" userId="5529f6dbd33587da" providerId="LiveId" clId="{1870AE2E-F6C5-447A-9083-C87C3B523B45}" dt="2025-02-19T20:44:38.520" v="1958" actId="1076"/>
          <ac:picMkLst>
            <pc:docMk/>
            <pc:sldMk cId="1354656237" sldId="259"/>
            <ac:picMk id="31" creationId="{1E90A28F-BA24-4D57-A6A0-80FBCC798C71}"/>
          </ac:picMkLst>
        </pc:picChg>
        <pc:cxnChg chg="add mod ord">
          <ac:chgData name="Han Robert" userId="5529f6dbd33587da" providerId="LiveId" clId="{1870AE2E-F6C5-447A-9083-C87C3B523B45}" dt="2025-02-19T20:34:40" v="1788" actId="1076"/>
          <ac:cxnSpMkLst>
            <pc:docMk/>
            <pc:sldMk cId="1354656237" sldId="259"/>
            <ac:cxnSpMk id="5" creationId="{F7B4C25C-E962-4DAC-8097-8E3067EBE6EF}"/>
          </ac:cxnSpMkLst>
        </pc:cxnChg>
        <pc:cxnChg chg="add mod">
          <ac:chgData name="Han Robert" userId="5529f6dbd33587da" providerId="LiveId" clId="{1870AE2E-F6C5-447A-9083-C87C3B523B45}" dt="2025-02-19T20:47:56.167" v="1982" actId="1076"/>
          <ac:cxnSpMkLst>
            <pc:docMk/>
            <pc:sldMk cId="1354656237" sldId="259"/>
            <ac:cxnSpMk id="33" creationId="{4AC8CA40-F17F-43A8-BA6E-7249D362819F}"/>
          </ac:cxnSpMkLst>
        </pc:cxnChg>
        <pc:cxnChg chg="add del mod">
          <ac:chgData name="Han Robert" userId="5529f6dbd33587da" providerId="LiveId" clId="{1870AE2E-F6C5-447A-9083-C87C3B523B45}" dt="2025-02-19T20:46:44.572" v="1972"/>
          <ac:cxnSpMkLst>
            <pc:docMk/>
            <pc:sldMk cId="1354656237" sldId="259"/>
            <ac:cxnSpMk id="34" creationId="{B00BA097-5452-4E7B-96E4-B3072FD70B7A}"/>
          </ac:cxnSpMkLst>
        </pc:cxnChg>
      </pc:sldChg>
      <pc:sldChg chg="addSp delSp modSp new del mod">
        <pc:chgData name="Han Robert" userId="5529f6dbd33587da" providerId="LiveId" clId="{1870AE2E-F6C5-447A-9083-C87C3B523B45}" dt="2025-02-17T07:05:33.992" v="838" actId="2696"/>
        <pc:sldMkLst>
          <pc:docMk/>
          <pc:sldMk cId="1382386078" sldId="259"/>
        </pc:sldMkLst>
        <pc:spChg chg="add del mod">
          <ac:chgData name="Han Robert" userId="5529f6dbd33587da" providerId="LiveId" clId="{1870AE2E-F6C5-447A-9083-C87C3B523B45}" dt="2025-02-17T06:38:36.275" v="579" actId="21"/>
          <ac:spMkLst>
            <pc:docMk/>
            <pc:sldMk cId="1382386078" sldId="259"/>
            <ac:spMk id="2" creationId="{7F1DFEF9-8638-43E2-B6B8-6217EB5EC4E6}"/>
          </ac:spMkLst>
        </pc:spChg>
        <pc:spChg chg="add del mod">
          <ac:chgData name="Han Robert" userId="5529f6dbd33587da" providerId="LiveId" clId="{1870AE2E-F6C5-447A-9083-C87C3B523B45}" dt="2025-02-17T06:38:36.275" v="579" actId="21"/>
          <ac:spMkLst>
            <pc:docMk/>
            <pc:sldMk cId="1382386078" sldId="259"/>
            <ac:spMk id="3" creationId="{DB4F8EEA-012C-4DCD-9007-F61A7C413984}"/>
          </ac:spMkLst>
        </pc:spChg>
      </pc:sldChg>
      <pc:sldChg chg="addSp delSp modSp new del mod">
        <pc:chgData name="Han Robert" userId="5529f6dbd33587da" providerId="LiveId" clId="{1870AE2E-F6C5-447A-9083-C87C3B523B45}" dt="2025-02-17T19:13:40.811" v="1580" actId="2696"/>
        <pc:sldMkLst>
          <pc:docMk/>
          <pc:sldMk cId="1537941118" sldId="259"/>
        </pc:sldMkLst>
        <pc:spChg chg="add del mod">
          <ac:chgData name="Han Robert" userId="5529f6dbd33587da" providerId="LiveId" clId="{1870AE2E-F6C5-447A-9083-C87C3B523B45}" dt="2025-02-17T19:13:38.636" v="1579"/>
          <ac:spMkLst>
            <pc:docMk/>
            <pc:sldMk cId="1537941118" sldId="259"/>
            <ac:spMk id="2" creationId="{94700794-E031-4194-97C4-E09D6844E523}"/>
          </ac:spMkLst>
        </pc:spChg>
        <pc:spChg chg="add del mod">
          <ac:chgData name="Han Robert" userId="5529f6dbd33587da" providerId="LiveId" clId="{1870AE2E-F6C5-447A-9083-C87C3B523B45}" dt="2025-02-17T18:58:16.605" v="1555" actId="478"/>
          <ac:spMkLst>
            <pc:docMk/>
            <pc:sldMk cId="1537941118" sldId="259"/>
            <ac:spMk id="3" creationId="{0AA219AA-84D1-4B1C-A67E-F568039492FC}"/>
          </ac:spMkLst>
        </pc:spChg>
        <pc:spChg chg="add mod">
          <ac:chgData name="Han Robert" userId="5529f6dbd33587da" providerId="LiveId" clId="{1870AE2E-F6C5-447A-9083-C87C3B523B45}" dt="2025-02-17T18:59:26.331" v="1569" actId="1076"/>
          <ac:spMkLst>
            <pc:docMk/>
            <pc:sldMk cId="1537941118" sldId="259"/>
            <ac:spMk id="4" creationId="{AA277724-0C2C-4A08-ADC8-848B5FC7D25A}"/>
          </ac:spMkLst>
        </pc:spChg>
        <pc:spChg chg="add del mod">
          <ac:chgData name="Han Robert" userId="5529f6dbd33587da" providerId="LiveId" clId="{1870AE2E-F6C5-447A-9083-C87C3B523B45}" dt="2025-02-17T19:04:41.468" v="1574"/>
          <ac:spMkLst>
            <pc:docMk/>
            <pc:sldMk cId="1537941118" sldId="259"/>
            <ac:spMk id="5" creationId="{28B83750-9FD4-4124-BEC5-1CDD6D96602F}"/>
          </ac:spMkLst>
        </pc:spChg>
        <pc:spChg chg="add mod">
          <ac:chgData name="Han Robert" userId="5529f6dbd33587da" providerId="LiveId" clId="{1870AE2E-F6C5-447A-9083-C87C3B523B45}" dt="2025-02-17T18:59:16.330" v="1568" actId="1076"/>
          <ac:spMkLst>
            <pc:docMk/>
            <pc:sldMk cId="1537941118" sldId="259"/>
            <ac:spMk id="10" creationId="{DBA936F1-A40D-49C4-88F0-7C10F3E48AEF}"/>
          </ac:spMkLst>
        </pc:spChg>
        <pc:picChg chg="add del mod">
          <ac:chgData name="Han Robert" userId="5529f6dbd33587da" providerId="LiveId" clId="{1870AE2E-F6C5-447A-9083-C87C3B523B45}" dt="2025-02-17T19:03:28.736" v="1570" actId="21"/>
          <ac:picMkLst>
            <pc:docMk/>
            <pc:sldMk cId="1537941118" sldId="259"/>
            <ac:picMk id="7" creationId="{17850818-1558-4BB0-8655-F3384618CEB2}"/>
          </ac:picMkLst>
        </pc:picChg>
        <pc:picChg chg="add del mod">
          <ac:chgData name="Han Robert" userId="5529f6dbd33587da" providerId="LiveId" clId="{1870AE2E-F6C5-447A-9083-C87C3B523B45}" dt="2025-02-17T19:04:41.462" v="1572" actId="21"/>
          <ac:picMkLst>
            <pc:docMk/>
            <pc:sldMk cId="1537941118" sldId="259"/>
            <ac:picMk id="9" creationId="{B39E7BED-358E-4B42-B416-3068BCEC392C}"/>
          </ac:picMkLst>
        </pc:picChg>
      </pc:sldChg>
      <pc:sldChg chg="addSp modSp new mod">
        <pc:chgData name="Han Robert" userId="5529f6dbd33587da" providerId="LiveId" clId="{1870AE2E-F6C5-447A-9083-C87C3B523B45}" dt="2025-03-17T23:47:21.594" v="2455" actId="20577"/>
        <pc:sldMkLst>
          <pc:docMk/>
          <pc:sldMk cId="2302791105" sldId="260"/>
        </pc:sldMkLst>
        <pc:spChg chg="add mod">
          <ac:chgData name="Han Robert" userId="5529f6dbd33587da" providerId="LiveId" clId="{1870AE2E-F6C5-447A-9083-C87C3B523B45}" dt="2025-03-17T06:07:53.370" v="2398" actId="1076"/>
          <ac:spMkLst>
            <pc:docMk/>
            <pc:sldMk cId="2302791105" sldId="260"/>
            <ac:spMk id="2" creationId="{EC86C24D-E976-442F-BD93-0368E5E5EBB7}"/>
          </ac:spMkLst>
        </pc:spChg>
        <pc:spChg chg="add mod">
          <ac:chgData name="Han Robert" userId="5529f6dbd33587da" providerId="LiveId" clId="{1870AE2E-F6C5-447A-9083-C87C3B523B45}" dt="2025-03-17T06:07:53.370" v="2398" actId="1076"/>
          <ac:spMkLst>
            <pc:docMk/>
            <pc:sldMk cId="2302791105" sldId="260"/>
            <ac:spMk id="3" creationId="{5CCB81A3-AFD7-4B40-B339-9DC40EC35A5A}"/>
          </ac:spMkLst>
        </pc:spChg>
        <pc:spChg chg="add mod">
          <ac:chgData name="Han Robert" userId="5529f6dbd33587da" providerId="LiveId" clId="{1870AE2E-F6C5-447A-9083-C87C3B523B45}" dt="2025-03-17T06:07:53.370" v="2398" actId="1076"/>
          <ac:spMkLst>
            <pc:docMk/>
            <pc:sldMk cId="2302791105" sldId="260"/>
            <ac:spMk id="4" creationId="{B0D045D9-30F9-4498-AB7D-0200D2B38D1A}"/>
          </ac:spMkLst>
        </pc:spChg>
        <pc:spChg chg="add mod">
          <ac:chgData name="Han Robert" userId="5529f6dbd33587da" providerId="LiveId" clId="{1870AE2E-F6C5-447A-9083-C87C3B523B45}" dt="2025-03-17T06:08:47.257" v="2409" actId="20577"/>
          <ac:spMkLst>
            <pc:docMk/>
            <pc:sldMk cId="2302791105" sldId="260"/>
            <ac:spMk id="5" creationId="{19A4931A-9BAF-4A56-ABAD-3415A1D55835}"/>
          </ac:spMkLst>
        </pc:spChg>
        <pc:spChg chg="add mod">
          <ac:chgData name="Han Robert" userId="5529f6dbd33587da" providerId="LiveId" clId="{1870AE2E-F6C5-447A-9083-C87C3B523B45}" dt="2025-03-17T06:08:57.087" v="2410" actId="1076"/>
          <ac:spMkLst>
            <pc:docMk/>
            <pc:sldMk cId="2302791105" sldId="260"/>
            <ac:spMk id="6" creationId="{97343C41-A42F-4556-AE65-0345BFEAFE26}"/>
          </ac:spMkLst>
        </pc:spChg>
        <pc:spChg chg="add mod">
          <ac:chgData name="Han Robert" userId="5529f6dbd33587da" providerId="LiveId" clId="{1870AE2E-F6C5-447A-9083-C87C3B523B45}" dt="2025-03-17T06:09:09.935" v="2411" actId="1076"/>
          <ac:spMkLst>
            <pc:docMk/>
            <pc:sldMk cId="2302791105" sldId="260"/>
            <ac:spMk id="7" creationId="{C0EE956B-0C6C-4E75-9DF7-52ECBD5AB0E0}"/>
          </ac:spMkLst>
        </pc:spChg>
        <pc:spChg chg="add mod">
          <ac:chgData name="Han Robert" userId="5529f6dbd33587da" providerId="LiveId" clId="{1870AE2E-F6C5-447A-9083-C87C3B523B45}" dt="2025-03-17T06:09:09.935" v="2411" actId="1076"/>
          <ac:spMkLst>
            <pc:docMk/>
            <pc:sldMk cId="2302791105" sldId="260"/>
            <ac:spMk id="8" creationId="{BAA8DDD3-DB3B-4021-8308-A20C972ABA72}"/>
          </ac:spMkLst>
        </pc:spChg>
        <pc:spChg chg="add mod">
          <ac:chgData name="Han Robert" userId="5529f6dbd33587da" providerId="LiveId" clId="{1870AE2E-F6C5-447A-9083-C87C3B523B45}" dt="2025-03-17T06:08:06.985" v="2399" actId="1076"/>
          <ac:spMkLst>
            <pc:docMk/>
            <pc:sldMk cId="2302791105" sldId="260"/>
            <ac:spMk id="9" creationId="{AEDFDDD0-F471-40A5-A657-C5F55C211BDF}"/>
          </ac:spMkLst>
        </pc:spChg>
        <pc:spChg chg="add mod">
          <ac:chgData name="Han Robert" userId="5529f6dbd33587da" providerId="LiveId" clId="{1870AE2E-F6C5-447A-9083-C87C3B523B45}" dt="2025-03-17T06:08:06.985" v="2399" actId="1076"/>
          <ac:spMkLst>
            <pc:docMk/>
            <pc:sldMk cId="2302791105" sldId="260"/>
            <ac:spMk id="10" creationId="{A9CFB7AD-47EE-41B2-8B3C-D8AAB5D9BC8A}"/>
          </ac:spMkLst>
        </pc:spChg>
        <pc:spChg chg="add mod">
          <ac:chgData name="Han Robert" userId="5529f6dbd33587da" providerId="LiveId" clId="{1870AE2E-F6C5-447A-9083-C87C3B523B45}" dt="2025-03-17T06:08:06.985" v="2399" actId="1076"/>
          <ac:spMkLst>
            <pc:docMk/>
            <pc:sldMk cId="2302791105" sldId="260"/>
            <ac:spMk id="11" creationId="{356621D3-43CF-4E6A-BE18-FCEDB9D7BAB7}"/>
          </ac:spMkLst>
        </pc:spChg>
        <pc:spChg chg="add mod">
          <ac:chgData name="Han Robert" userId="5529f6dbd33587da" providerId="LiveId" clId="{1870AE2E-F6C5-447A-9083-C87C3B523B45}" dt="2025-03-17T06:08:06.985" v="2399" actId="1076"/>
          <ac:spMkLst>
            <pc:docMk/>
            <pc:sldMk cId="2302791105" sldId="260"/>
            <ac:spMk id="12" creationId="{733970BD-0C8C-47F1-BD28-DF88C0492D6F}"/>
          </ac:spMkLst>
        </pc:spChg>
        <pc:spChg chg="add mod">
          <ac:chgData name="Han Robert" userId="5529f6dbd33587da" providerId="LiveId" clId="{1870AE2E-F6C5-447A-9083-C87C3B523B45}" dt="2025-03-17T23:47:21.594" v="2455" actId="20577"/>
          <ac:spMkLst>
            <pc:docMk/>
            <pc:sldMk cId="2302791105" sldId="260"/>
            <ac:spMk id="13" creationId="{925F319A-0777-4614-8BC5-154C8E826589}"/>
          </ac:spMkLst>
        </pc:spChg>
      </pc:sldChg>
      <pc:sldChg chg="addSp modSp new del mod">
        <pc:chgData name="Han Robert" userId="5529f6dbd33587da" providerId="LiveId" clId="{1870AE2E-F6C5-447A-9083-C87C3B523B45}" dt="2025-03-16T19:14:13.018" v="2297" actId="2696"/>
        <pc:sldMkLst>
          <pc:docMk/>
          <pc:sldMk cId="1364913544" sldId="261"/>
        </pc:sldMkLst>
        <pc:spChg chg="add mod">
          <ac:chgData name="Han Robert" userId="5529f6dbd33587da" providerId="LiveId" clId="{1870AE2E-F6C5-447A-9083-C87C3B523B45}" dt="2025-03-14T02:24:14.924" v="2279" actId="1076"/>
          <ac:spMkLst>
            <pc:docMk/>
            <pc:sldMk cId="1364913544" sldId="261"/>
            <ac:spMk id="2" creationId="{4D334342-83BB-4FBE-8EF5-5E2A5BE5F7C8}"/>
          </ac:spMkLst>
        </pc:spChg>
        <pc:spChg chg="add mod">
          <ac:chgData name="Han Robert" userId="5529f6dbd33587da" providerId="LiveId" clId="{1870AE2E-F6C5-447A-9083-C87C3B523B45}" dt="2025-03-14T02:26:24.652" v="2290" actId="1076"/>
          <ac:spMkLst>
            <pc:docMk/>
            <pc:sldMk cId="1364913544" sldId="261"/>
            <ac:spMk id="3" creationId="{6540ECC3-F9DC-4BB1-A731-7C5DCD951FE1}"/>
          </ac:spMkLst>
        </pc:spChg>
        <pc:spChg chg="add mod">
          <ac:chgData name="Han Robert" userId="5529f6dbd33587da" providerId="LiveId" clId="{1870AE2E-F6C5-447A-9083-C87C3B523B45}" dt="2025-03-14T02:27:40.612" v="2292" actId="1076"/>
          <ac:spMkLst>
            <pc:docMk/>
            <pc:sldMk cId="1364913544" sldId="261"/>
            <ac:spMk id="4" creationId="{7BB754D7-6147-474E-823C-326F2B49682D}"/>
          </ac:spMkLst>
        </pc:spChg>
      </pc:sldChg>
      <pc:sldChg chg="addSp delSp modSp new del mod ord">
        <pc:chgData name="Han Robert" userId="5529f6dbd33587da" providerId="LiveId" clId="{1870AE2E-F6C5-447A-9083-C87C3B523B45}" dt="2025-03-18T00:27:24.733" v="2724" actId="2696"/>
        <pc:sldMkLst>
          <pc:docMk/>
          <pc:sldMk cId="2609511211" sldId="261"/>
        </pc:sldMkLst>
        <pc:spChg chg="add del mod">
          <ac:chgData name="Han Robert" userId="5529f6dbd33587da" providerId="LiveId" clId="{1870AE2E-F6C5-447A-9083-C87C3B523B45}" dt="2025-03-17T23:54:52.642" v="2585" actId="21"/>
          <ac:spMkLst>
            <pc:docMk/>
            <pc:sldMk cId="2609511211" sldId="261"/>
            <ac:spMk id="2" creationId="{59621215-F218-44AC-A474-7708A08E6CAB}"/>
          </ac:spMkLst>
        </pc:spChg>
        <pc:spChg chg="add del mod">
          <ac:chgData name="Han Robert" userId="5529f6dbd33587da" providerId="LiveId" clId="{1870AE2E-F6C5-447A-9083-C87C3B523B45}" dt="2025-03-17T23:55:03.643" v="2588" actId="21"/>
          <ac:spMkLst>
            <pc:docMk/>
            <pc:sldMk cId="2609511211" sldId="261"/>
            <ac:spMk id="3" creationId="{EA6D1601-E03D-4A86-9CC0-525900E97F10}"/>
          </ac:spMkLst>
        </pc:spChg>
      </pc:sldChg>
      <pc:sldChg chg="addSp modSp new mod">
        <pc:chgData name="Han Robert" userId="5529f6dbd33587da" providerId="LiveId" clId="{1870AE2E-F6C5-447A-9083-C87C3B523B45}" dt="2025-03-18T21:31:44.855" v="2750" actId="6549"/>
        <pc:sldMkLst>
          <pc:docMk/>
          <pc:sldMk cId="2753297916" sldId="262"/>
        </pc:sldMkLst>
        <pc:spChg chg="add mod">
          <ac:chgData name="Han Robert" userId="5529f6dbd33587da" providerId="LiveId" clId="{1870AE2E-F6C5-447A-9083-C87C3B523B45}" dt="2025-03-18T21:31:44.855" v="2750" actId="6549"/>
          <ac:spMkLst>
            <pc:docMk/>
            <pc:sldMk cId="2753297916" sldId="262"/>
            <ac:spMk id="2" creationId="{CE5A6C95-A8D0-4E60-9256-06B145DB4294}"/>
          </ac:spMkLst>
        </pc:spChg>
        <pc:spChg chg="add mod">
          <ac:chgData name="Han Robert" userId="5529f6dbd33587da" providerId="LiveId" clId="{1870AE2E-F6C5-447A-9083-C87C3B523B45}" dt="2025-03-18T00:28:44.701" v="2733" actId="1076"/>
          <ac:spMkLst>
            <pc:docMk/>
            <pc:sldMk cId="2753297916" sldId="262"/>
            <ac:spMk id="3" creationId="{26D89A4D-F97B-4D09-90EC-3E8CFAE286D8}"/>
          </ac:spMkLst>
        </pc:spChg>
      </pc:sldChg>
      <pc:sldChg chg="addSp delSp modSp new mod ord">
        <pc:chgData name="Han Robert" userId="5529f6dbd33587da" providerId="LiveId" clId="{1870AE2E-F6C5-447A-9083-C87C3B523B45}" dt="2025-03-18T00:19:36.717" v="2624" actId="21"/>
        <pc:sldMkLst>
          <pc:docMk/>
          <pc:sldMk cId="1292765843" sldId="263"/>
        </pc:sldMkLst>
        <pc:spChg chg="add mod">
          <ac:chgData name="Han Robert" userId="5529f6dbd33587da" providerId="LiveId" clId="{1870AE2E-F6C5-447A-9083-C87C3B523B45}" dt="2025-03-17T23:51:19.982" v="2506" actId="1036"/>
          <ac:spMkLst>
            <pc:docMk/>
            <pc:sldMk cId="1292765843" sldId="263"/>
            <ac:spMk id="2" creationId="{F9CF63A1-BAE4-41A4-8767-7790BA64815B}"/>
          </ac:spMkLst>
        </pc:spChg>
        <pc:spChg chg="add mod">
          <ac:chgData name="Han Robert" userId="5529f6dbd33587da" providerId="LiveId" clId="{1870AE2E-F6C5-447A-9083-C87C3B523B45}" dt="2025-03-17T23:51:19.982" v="2506" actId="1036"/>
          <ac:spMkLst>
            <pc:docMk/>
            <pc:sldMk cId="1292765843" sldId="263"/>
            <ac:spMk id="3" creationId="{CC9993CD-7E43-4D3A-B3CF-37FB43CFAE79}"/>
          </ac:spMkLst>
        </pc:spChg>
        <pc:spChg chg="add del mod">
          <ac:chgData name="Han Robert" userId="5529f6dbd33587da" providerId="LiveId" clId="{1870AE2E-F6C5-447A-9083-C87C3B523B45}" dt="2025-03-18T00:19:36.717" v="2624" actId="21"/>
          <ac:spMkLst>
            <pc:docMk/>
            <pc:sldMk cId="1292765843" sldId="263"/>
            <ac:spMk id="4" creationId="{5D502E80-C032-4273-83FA-BE986A941D11}"/>
          </ac:spMkLst>
        </pc:spChg>
      </pc:sldChg>
    </pc:docChg>
  </pc:docChgLst>
  <pc:docChgLst>
    <pc:chgData name="Han Robert" userId="5529f6dbd33587da" providerId="LiveId" clId="{1BC327DC-5D4C-4931-8E57-15752BABCF03}"/>
    <pc:docChg chg="addSld modSld">
      <pc:chgData name="Han Robert" userId="5529f6dbd33587da" providerId="LiveId" clId="{1BC327DC-5D4C-4931-8E57-15752BABCF03}" dt="2025-07-30T03:00:56.022" v="3"/>
      <pc:docMkLst>
        <pc:docMk/>
      </pc:docMkLst>
      <pc:sldChg chg="addSp modSp new mod">
        <pc:chgData name="Han Robert" userId="5529f6dbd33587da" providerId="LiveId" clId="{1BC327DC-5D4C-4931-8E57-15752BABCF03}" dt="2025-07-30T03:00:56.022" v="3"/>
        <pc:sldMkLst>
          <pc:docMk/>
          <pc:sldMk cId="2686929285" sldId="265"/>
        </pc:sldMkLst>
        <pc:spChg chg="add mod">
          <ac:chgData name="Han Robert" userId="5529f6dbd33587da" providerId="LiveId" clId="{1BC327DC-5D4C-4931-8E57-15752BABCF03}" dt="2025-07-30T03:00:56.022" v="3"/>
          <ac:spMkLst>
            <pc:docMk/>
            <pc:sldMk cId="2686929285" sldId="265"/>
            <ac:spMk id="2" creationId="{7B448202-6FEB-459A-B99D-8A8F2C813EC3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976373F-A667-4421-A923-349AD553F8D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825E0E2F-01B0-4B4A-AE18-D9D3781D49A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B41F99E-40FC-41AA-98C4-B2B87DB3CD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44AA14-4326-4819-9D24-5F55854B1C69}" type="datetimeFigureOut">
              <a:rPr lang="zh-CN" altLang="en-US" smtClean="0"/>
              <a:t>2025/7/29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EB7571D-8396-410D-93F0-6DBD2EDE68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8FB91CC-11EE-4F91-B42D-3FF093517F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809BEC-F167-4A66-8B51-1A9BC9FD30C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970549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EFA0BB2-AFBB-4FD3-A1A3-0457AE76EF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5A955BB-DA85-4F75-95A5-7D20E83968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6707169-841D-48AF-BC5F-B8608CBA6F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44AA14-4326-4819-9D24-5F55854B1C69}" type="datetimeFigureOut">
              <a:rPr lang="zh-CN" altLang="en-US" smtClean="0"/>
              <a:t>2025/7/29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979B23F-5D6F-4776-B357-FBD80C2CB2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44283FD-D6FB-476B-9E86-4AA7346F8D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809BEC-F167-4A66-8B51-1A9BC9FD30C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880118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2AE9C50-5D08-496C-A44F-5D8DDEB911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C5A8177-D166-4422-BCBB-09B5CD03461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3EB4C8E-4447-4416-A42A-236B45B98C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44AA14-4326-4819-9D24-5F55854B1C69}" type="datetimeFigureOut">
              <a:rPr lang="zh-CN" altLang="en-US" smtClean="0"/>
              <a:t>2025/7/29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EDFA6C9-3BE3-4BFC-B94A-6BB1BBD831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78BA913-E124-43AD-B70C-726873097C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809BEC-F167-4A66-8B51-1A9BC9FD30C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715067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5CF39C7-FAFB-4111-BE27-C38B6FF86C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A41EDAC-A06A-4532-900E-C2EED5295D5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07441F43-AC84-44F8-8A8E-F270845F61A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8D2ACE6B-58FC-447F-BDA4-27B83823B9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44AA14-4326-4819-9D24-5F55854B1C69}" type="datetimeFigureOut">
              <a:rPr lang="zh-CN" altLang="en-US" smtClean="0"/>
              <a:t>2025/7/29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CDF0893-0C5F-4665-83A7-96627605C0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05124E60-75C7-4228-8958-DD38C776F1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809BEC-F167-4A66-8B51-1A9BC9FD30C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634135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977CAA7-A786-4AF5-B594-9EC778AAE6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114DD2E0-7274-41DA-9784-FA3AA231911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AFBB74B2-2033-4C98-87FB-251E2EE346A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A982A0FB-7441-46AA-85CC-8F92162200E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7671FBAF-DA4B-4DCE-A80D-19DDC1FFD66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B0494CFE-0CEB-4C46-87F1-39D63DECCF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44AA14-4326-4819-9D24-5F55854B1C69}" type="datetimeFigureOut">
              <a:rPr lang="zh-CN" altLang="en-US" smtClean="0"/>
              <a:t>2025/7/29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FBA5ECEB-6662-4F8B-801B-6BF6C1CA19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D5B2B1AD-F20B-47A7-87F5-620A1F72E0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809BEC-F167-4A66-8B51-1A9BC9FD30C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360412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92D46A5-CD07-4860-A4E5-FDDB57E8B6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52BC6140-DAF9-45BD-8726-535A0B8D81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44AA14-4326-4819-9D24-5F55854B1C69}" type="datetimeFigureOut">
              <a:rPr lang="zh-CN" altLang="en-US" smtClean="0"/>
              <a:t>2025/7/29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E89C7382-20DA-4128-B360-2A625EA1FD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CB1D24C6-DEA2-42CF-96F3-1C7F25CD27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809BEC-F167-4A66-8B51-1A9BC9FD30C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212387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7DF4AA5F-55A7-4589-9B10-7750945132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44AA14-4326-4819-9D24-5F55854B1C69}" type="datetimeFigureOut">
              <a:rPr lang="zh-CN" altLang="en-US" smtClean="0"/>
              <a:t>2025/7/29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03E85AF5-3FC3-418A-8396-CE5EF81DF8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9A6A4ED-A6EE-489C-ABF5-EF1D98CAB6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809BEC-F167-4A66-8B51-1A9BC9FD30C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631284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1162091-6C5F-4D2B-9B0C-158FAA2B0D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1F8E6D3-A8B0-4983-916C-4F43CC59D7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D35ABAF2-1851-4135-8FAC-42F4D9A33FF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94326604-82EA-4911-874B-F56698490C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44AA14-4326-4819-9D24-5F55854B1C69}" type="datetimeFigureOut">
              <a:rPr lang="zh-CN" altLang="en-US" smtClean="0"/>
              <a:t>2025/7/29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557C9F9-9EE9-4A32-97C9-4663287A9D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94480756-18D4-40EC-99F2-218B350F4C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809BEC-F167-4A66-8B51-1A9BC9FD30C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642901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9CAE01A-5B59-44CC-A37B-0A8E09104A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04939C9A-D3B4-46B0-927D-6F5E52D2217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2AB2E1B9-691B-4DFC-9278-19DB07A0D69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B39B1380-2A5C-463A-B989-B92FF44B46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44AA14-4326-4819-9D24-5F55854B1C69}" type="datetimeFigureOut">
              <a:rPr lang="zh-CN" altLang="en-US" smtClean="0"/>
              <a:t>2025/7/29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6ECBCDF-2912-4C6C-8D4B-E7F5BDD933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0D6C86F6-1AE9-4829-8502-1691BAFE0D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809BEC-F167-4A66-8B51-1A9BC9FD30C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459758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7B66461-821A-4077-9A8D-FC11BFDBC3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2FFAB02C-4FFD-4252-8B20-79306BCB6D1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A74DBB9-408E-4F6F-91C3-9A85813345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44AA14-4326-4819-9D24-5F55854B1C69}" type="datetimeFigureOut">
              <a:rPr lang="zh-CN" altLang="en-US" smtClean="0"/>
              <a:t>2025/7/29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BB5A6F7-26B6-46D9-9D31-5AF0E4745C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DDC7732-EC2F-42C8-B34E-89B5268B53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809BEC-F167-4A66-8B51-1A9BC9FD30C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250064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21ABC76F-744C-428F-BDA6-2713390BCC0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77C00E94-BFE6-4A7A-A617-1419B3BCC08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3283311-AD40-41CC-AA62-6B02F3C09B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44AA14-4326-4819-9D24-5F55854B1C69}" type="datetimeFigureOut">
              <a:rPr lang="zh-CN" altLang="en-US" smtClean="0"/>
              <a:t>2025/7/29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BB5D6CE-2EF7-4D59-BB3D-4A4568889D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D6648FF-32D2-4F6A-9A04-1F12D05DDD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809BEC-F167-4A66-8B51-1A9BC9FD30C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735867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D660D4E8-E1E8-45A7-B687-ED8FB46A28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7CE8D8C-4487-45EC-AEAF-1972B998FE8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B2DE75C-32DE-40EF-8AD3-E3DF7826FF4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A44AA14-4326-4819-9D24-5F55854B1C69}" type="datetimeFigureOut">
              <a:rPr lang="zh-CN" altLang="en-US" smtClean="0"/>
              <a:t>2025/7/29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89A2F22-181A-4E77-A347-FD0F017D307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C317DD8-9FD6-4847-90B3-0AD2557ED1A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1809BEC-F167-4A66-8B51-1A9BC9FD30C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813649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Relationship Id="rId9" Type="http://schemas.openxmlformats.org/officeDocument/2006/relationships/image" Target="../media/image10.sv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13EEEB72-1E67-403A-A29B-7E8D3CE32C8B}"/>
              </a:ext>
            </a:extLst>
          </p:cNvPr>
          <p:cNvSpPr/>
          <p:nvPr/>
        </p:nvSpPr>
        <p:spPr>
          <a:xfrm>
            <a:off x="2651383" y="5103729"/>
            <a:ext cx="1927545" cy="967666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/>
              <a:t>网站开发环境</a:t>
            </a:r>
            <a:endParaRPr lang="en-US" altLang="zh-CN" sz="1400" dirty="0"/>
          </a:p>
          <a:p>
            <a:pPr algn="ctr"/>
            <a:r>
              <a:rPr lang="zh-CN" altLang="en-US" sz="1200" dirty="0"/>
              <a:t>（</a:t>
            </a:r>
            <a:r>
              <a:rPr lang="en-US" altLang="zh-CN" sz="1200" dirty="0" err="1"/>
              <a:t>Apache+PHP+MySQL</a:t>
            </a:r>
            <a:r>
              <a:rPr lang="zh-CN" altLang="en-US" sz="1200" dirty="0"/>
              <a:t>）</a:t>
            </a:r>
          </a:p>
        </p:txBody>
      </p:sp>
      <p:cxnSp>
        <p:nvCxnSpPr>
          <p:cNvPr id="8" name="直接箭头连接符 7">
            <a:extLst>
              <a:ext uri="{FF2B5EF4-FFF2-40B4-BE49-F238E27FC236}">
                <a16:creationId xmlns:a16="http://schemas.microsoft.com/office/drawing/2014/main" id="{EABBEE09-4CA5-4933-A457-68D26EB16541}"/>
              </a:ext>
            </a:extLst>
          </p:cNvPr>
          <p:cNvCxnSpPr>
            <a:cxnSpLocks/>
            <a:stCxn id="15" idx="0"/>
            <a:endCxn id="31" idx="2"/>
          </p:cNvCxnSpPr>
          <p:nvPr/>
        </p:nvCxnSpPr>
        <p:spPr>
          <a:xfrm flipH="1" flipV="1">
            <a:off x="3950229" y="1889728"/>
            <a:ext cx="1722685" cy="1232502"/>
          </a:xfrm>
          <a:prstGeom prst="straightConnector1">
            <a:avLst/>
          </a:prstGeom>
          <a:ln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矩形 13">
            <a:extLst>
              <a:ext uri="{FF2B5EF4-FFF2-40B4-BE49-F238E27FC236}">
                <a16:creationId xmlns:a16="http://schemas.microsoft.com/office/drawing/2014/main" id="{FB12C947-260E-4845-80E0-2083D194AC79}"/>
              </a:ext>
            </a:extLst>
          </p:cNvPr>
          <p:cNvSpPr/>
          <p:nvPr/>
        </p:nvSpPr>
        <p:spPr>
          <a:xfrm>
            <a:off x="3154918" y="3125166"/>
            <a:ext cx="1678664" cy="967666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/>
              <a:t>信息树</a:t>
            </a:r>
            <a:endParaRPr lang="en-US" altLang="zh-CN" sz="1400" dirty="0"/>
          </a:p>
          <a:p>
            <a:pPr algn="ctr"/>
            <a:r>
              <a:rPr lang="zh-CN" altLang="en-US" sz="1200" dirty="0"/>
              <a:t>（</a:t>
            </a:r>
            <a:r>
              <a:rPr lang="en-US" altLang="zh-CN" sz="1200" dirty="0"/>
              <a:t>WordPress</a:t>
            </a:r>
            <a:r>
              <a:rPr lang="zh-CN" altLang="en-US" sz="1200" dirty="0"/>
              <a:t>）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102A165-9A44-46D7-B5E5-01A9F130E366}"/>
              </a:ext>
            </a:extLst>
          </p:cNvPr>
          <p:cNvSpPr/>
          <p:nvPr/>
        </p:nvSpPr>
        <p:spPr>
          <a:xfrm>
            <a:off x="4833582" y="3122230"/>
            <a:ext cx="1678664" cy="967666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/>
              <a:t>知识库</a:t>
            </a:r>
            <a:endParaRPr lang="en-US" altLang="zh-CN" sz="1400" dirty="0"/>
          </a:p>
          <a:p>
            <a:pPr algn="ctr"/>
            <a:r>
              <a:rPr lang="zh-CN" altLang="en-US" sz="1200" dirty="0"/>
              <a:t>（</a:t>
            </a:r>
            <a:r>
              <a:rPr lang="en-US" altLang="zh-CN" sz="1200" dirty="0" err="1"/>
              <a:t>Discuz</a:t>
            </a:r>
            <a:r>
              <a:rPr lang="zh-CN" altLang="en-US" sz="1200" dirty="0"/>
              <a:t>）</a:t>
            </a: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3135D436-AE8A-4238-AA88-4EDB27CAAD29}"/>
              </a:ext>
            </a:extLst>
          </p:cNvPr>
          <p:cNvSpPr txBox="1"/>
          <p:nvPr/>
        </p:nvSpPr>
        <p:spPr>
          <a:xfrm>
            <a:off x="4367177" y="2779013"/>
            <a:ext cx="8798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>
                <a:solidFill>
                  <a:srgbClr val="FFC000"/>
                </a:solidFill>
              </a:rPr>
              <a:t>NAS</a:t>
            </a:r>
            <a:endParaRPr lang="zh-CN" altLang="en-US" dirty="0">
              <a:solidFill>
                <a:srgbClr val="FFC000"/>
              </a:solidFill>
            </a:endParaRP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71A5C120-D428-4999-BE3F-97CEE02370CA}"/>
              </a:ext>
            </a:extLst>
          </p:cNvPr>
          <p:cNvSpPr txBox="1"/>
          <p:nvPr/>
        </p:nvSpPr>
        <p:spPr>
          <a:xfrm>
            <a:off x="5351875" y="6085964"/>
            <a:ext cx="19275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本地电脑</a:t>
            </a:r>
            <a:r>
              <a:rPr lang="en-US" altLang="zh-CN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#2</a:t>
            </a: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A53F6A97-490E-4ED9-9111-797FFF37006E}"/>
              </a:ext>
            </a:extLst>
          </p:cNvPr>
          <p:cNvSpPr txBox="1"/>
          <p:nvPr/>
        </p:nvSpPr>
        <p:spPr>
          <a:xfrm>
            <a:off x="2651383" y="6089616"/>
            <a:ext cx="1927545" cy="369332"/>
          </a:xfrm>
          <a:prstGeom prst="rect">
            <a:avLst/>
          </a:prstGeom>
          <a:noFill/>
          <a:ln>
            <a:solidFill>
              <a:schemeClr val="accent6">
                <a:lumMod val="60000"/>
                <a:lumOff val="4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本地电脑</a:t>
            </a:r>
            <a:r>
              <a:rPr lang="en-US" altLang="zh-CN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#1</a:t>
            </a: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B970C4E0-FE82-4698-959E-734F7D65D3AB}"/>
              </a:ext>
            </a:extLst>
          </p:cNvPr>
          <p:cNvSpPr/>
          <p:nvPr/>
        </p:nvSpPr>
        <p:spPr>
          <a:xfrm>
            <a:off x="3110897" y="922062"/>
            <a:ext cx="1678664" cy="967666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/>
              <a:t>信息树镜像</a:t>
            </a:r>
            <a:endParaRPr lang="en-US" altLang="zh-CN" sz="1400" dirty="0"/>
          </a:p>
          <a:p>
            <a:pPr algn="ctr"/>
            <a:r>
              <a:rPr lang="en-US" altLang="zh-CN" sz="1400" dirty="0" err="1"/>
              <a:t>eBrainbook</a:t>
            </a:r>
            <a:endParaRPr lang="en-US" altLang="zh-CN" sz="1400" dirty="0"/>
          </a:p>
          <a:p>
            <a:pPr algn="ctr"/>
            <a:r>
              <a:rPr lang="zh-CN" altLang="en-US" sz="1200" dirty="0"/>
              <a:t>（</a:t>
            </a:r>
            <a:r>
              <a:rPr lang="en-US" altLang="zh-CN" sz="1200" dirty="0"/>
              <a:t>WordPress</a:t>
            </a:r>
            <a:r>
              <a:rPr lang="zh-CN" altLang="en-US" sz="1200" dirty="0"/>
              <a:t>）</a:t>
            </a:r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F7765E75-FD04-4630-BB27-91EB347B6AC9}"/>
              </a:ext>
            </a:extLst>
          </p:cNvPr>
          <p:cNvSpPr txBox="1"/>
          <p:nvPr/>
        </p:nvSpPr>
        <p:spPr>
          <a:xfrm>
            <a:off x="3205544" y="551111"/>
            <a:ext cx="154059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>
                <a:solidFill>
                  <a:srgbClr val="0070C0"/>
                </a:solidFill>
              </a:rPr>
              <a:t>外网</a:t>
            </a:r>
            <a:r>
              <a:rPr lang="en-US" altLang="zh-CN" dirty="0">
                <a:solidFill>
                  <a:srgbClr val="0070C0"/>
                </a:solidFill>
              </a:rPr>
              <a:t>(</a:t>
            </a:r>
            <a:r>
              <a:rPr lang="en-US" altLang="zh-CN" sz="1800" dirty="0">
                <a:solidFill>
                  <a:srgbClr val="0070C0"/>
                </a:solidFill>
              </a:rPr>
              <a:t>MSC</a:t>
            </a:r>
            <a:r>
              <a:rPr lang="zh-CN" altLang="en-US" sz="1800" dirty="0">
                <a:solidFill>
                  <a:srgbClr val="0070C0"/>
                </a:solidFill>
              </a:rPr>
              <a:t>等</a:t>
            </a:r>
            <a:r>
              <a:rPr lang="en-US" altLang="zh-CN" sz="1800" dirty="0">
                <a:solidFill>
                  <a:srgbClr val="0070C0"/>
                </a:solidFill>
              </a:rPr>
              <a:t>)</a:t>
            </a:r>
            <a:endParaRPr lang="zh-CN" altLang="en-US" dirty="0">
              <a:solidFill>
                <a:srgbClr val="0070C0"/>
              </a:solidFill>
            </a:endParaRPr>
          </a:p>
          <a:p>
            <a:pPr algn="ctr"/>
            <a:endParaRPr lang="en-US" altLang="zh-CN" dirty="0"/>
          </a:p>
        </p:txBody>
      </p:sp>
      <p:sp>
        <p:nvSpPr>
          <p:cNvPr id="42" name="文本框 41">
            <a:extLst>
              <a:ext uri="{FF2B5EF4-FFF2-40B4-BE49-F238E27FC236}">
                <a16:creationId xmlns:a16="http://schemas.microsoft.com/office/drawing/2014/main" id="{60686DA1-AC22-45E3-8AC7-32CE0185D0A3}"/>
              </a:ext>
            </a:extLst>
          </p:cNvPr>
          <p:cNvSpPr txBox="1"/>
          <p:nvPr/>
        </p:nvSpPr>
        <p:spPr>
          <a:xfrm>
            <a:off x="1869929" y="3080080"/>
            <a:ext cx="130032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zh-CN" altLang="en-US" sz="1200" dirty="0">
                <a:solidFill>
                  <a:srgbClr val="92D050"/>
                </a:solidFill>
              </a:rPr>
              <a:t>自动抓取网页</a:t>
            </a:r>
            <a:endParaRPr lang="en-US" altLang="zh-CN" sz="1200" dirty="0">
              <a:solidFill>
                <a:srgbClr val="92D050"/>
              </a:solidFill>
            </a:endParaRPr>
          </a:p>
          <a:p>
            <a:pPr algn="r"/>
            <a:r>
              <a:rPr lang="zh-CN" altLang="en-US" sz="1200" dirty="0">
                <a:solidFill>
                  <a:srgbClr val="92D050"/>
                </a:solidFill>
              </a:rPr>
              <a:t>自动生成内容</a:t>
            </a:r>
            <a:endParaRPr lang="en-US" altLang="zh-CN" sz="1200" dirty="0">
              <a:solidFill>
                <a:srgbClr val="92D050"/>
              </a:solidFill>
            </a:endParaRPr>
          </a:p>
          <a:p>
            <a:pPr algn="r"/>
            <a:r>
              <a:rPr lang="zh-CN" altLang="en-US" sz="1200" dirty="0">
                <a:solidFill>
                  <a:srgbClr val="92D050"/>
                </a:solidFill>
              </a:rPr>
              <a:t>自动多国语言</a:t>
            </a:r>
            <a:endParaRPr lang="en-US" altLang="zh-CN" sz="1200" dirty="0">
              <a:solidFill>
                <a:srgbClr val="92D050"/>
              </a:solidFill>
            </a:endParaRPr>
          </a:p>
          <a:p>
            <a:pPr algn="r"/>
            <a:r>
              <a:rPr lang="zh-CN" altLang="en-US" sz="1200" dirty="0">
                <a:solidFill>
                  <a:srgbClr val="92D050"/>
                </a:solidFill>
              </a:rPr>
              <a:t>自动发布内容</a:t>
            </a:r>
          </a:p>
        </p:txBody>
      </p:sp>
      <p:sp>
        <p:nvSpPr>
          <p:cNvPr id="54" name="矩形 53">
            <a:extLst>
              <a:ext uri="{FF2B5EF4-FFF2-40B4-BE49-F238E27FC236}">
                <a16:creationId xmlns:a16="http://schemas.microsoft.com/office/drawing/2014/main" id="{555D0BF6-3A2F-40EF-AC6C-913BE8EFDC7D}"/>
              </a:ext>
            </a:extLst>
          </p:cNvPr>
          <p:cNvSpPr/>
          <p:nvPr/>
        </p:nvSpPr>
        <p:spPr>
          <a:xfrm>
            <a:off x="5232045" y="916535"/>
            <a:ext cx="2364028" cy="967666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 err="1"/>
              <a:t>Tikard</a:t>
            </a:r>
            <a:endParaRPr lang="en-US" altLang="zh-CN" sz="1400" dirty="0"/>
          </a:p>
          <a:p>
            <a:pPr algn="ctr"/>
            <a:r>
              <a:rPr lang="zh-CN" altLang="en-US" sz="1200" dirty="0"/>
              <a:t>（</a:t>
            </a:r>
            <a:r>
              <a:rPr lang="en-US" altLang="zh-CN" sz="1200" dirty="0"/>
              <a:t>WordPress</a:t>
            </a:r>
            <a:r>
              <a:rPr lang="zh-CN" altLang="en-US" sz="1200" dirty="0"/>
              <a:t>）</a:t>
            </a:r>
          </a:p>
        </p:txBody>
      </p:sp>
      <p:sp>
        <p:nvSpPr>
          <p:cNvPr id="56" name="文本框 55">
            <a:extLst>
              <a:ext uri="{FF2B5EF4-FFF2-40B4-BE49-F238E27FC236}">
                <a16:creationId xmlns:a16="http://schemas.microsoft.com/office/drawing/2014/main" id="{9EAE8861-7F33-435B-A59B-CBA62F4766CA}"/>
              </a:ext>
            </a:extLst>
          </p:cNvPr>
          <p:cNvSpPr txBox="1"/>
          <p:nvPr/>
        </p:nvSpPr>
        <p:spPr>
          <a:xfrm>
            <a:off x="5665680" y="555202"/>
            <a:ext cx="167866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>
                <a:solidFill>
                  <a:srgbClr val="0070C0"/>
                </a:solidFill>
              </a:rPr>
              <a:t>外网</a:t>
            </a:r>
            <a:r>
              <a:rPr lang="zh-CN" altLang="en-US" sz="1800" dirty="0">
                <a:solidFill>
                  <a:srgbClr val="0070C0"/>
                </a:solidFill>
              </a:rPr>
              <a:t>云主机</a:t>
            </a:r>
            <a:endParaRPr lang="zh-CN" altLang="en-US" dirty="0">
              <a:solidFill>
                <a:srgbClr val="0070C0"/>
              </a:solidFill>
            </a:endParaRPr>
          </a:p>
          <a:p>
            <a:pPr algn="ctr"/>
            <a:endParaRPr lang="en-US" altLang="zh-CN" dirty="0"/>
          </a:p>
        </p:txBody>
      </p:sp>
      <p:sp>
        <p:nvSpPr>
          <p:cNvPr id="60" name="矩形 59">
            <a:extLst>
              <a:ext uri="{FF2B5EF4-FFF2-40B4-BE49-F238E27FC236}">
                <a16:creationId xmlns:a16="http://schemas.microsoft.com/office/drawing/2014/main" id="{D2916004-0993-404C-B0C9-1F21D2020EE6}"/>
              </a:ext>
            </a:extLst>
          </p:cNvPr>
          <p:cNvSpPr/>
          <p:nvPr/>
        </p:nvSpPr>
        <p:spPr>
          <a:xfrm>
            <a:off x="5351875" y="5091893"/>
            <a:ext cx="1927545" cy="967666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/>
              <a:t>手机开发环境</a:t>
            </a:r>
            <a:endParaRPr lang="en-US" altLang="zh-CN" sz="1400" dirty="0"/>
          </a:p>
          <a:p>
            <a:pPr algn="ctr"/>
            <a:r>
              <a:rPr lang="zh-CN" altLang="en-US" sz="1200" dirty="0"/>
              <a:t>（</a:t>
            </a:r>
            <a:r>
              <a:rPr lang="en-US" altLang="zh-CN" sz="1200" dirty="0"/>
              <a:t>Android</a:t>
            </a:r>
            <a:r>
              <a:rPr lang="zh-CN" altLang="en-US" sz="1200" dirty="0"/>
              <a:t>；</a:t>
            </a:r>
            <a:r>
              <a:rPr lang="en-US" altLang="zh-CN" sz="1200" dirty="0"/>
              <a:t>iOS</a:t>
            </a:r>
            <a:r>
              <a:rPr lang="zh-CN" altLang="en-US" sz="1200" dirty="0"/>
              <a:t>）</a:t>
            </a:r>
          </a:p>
        </p:txBody>
      </p:sp>
      <p:pic>
        <p:nvPicPr>
          <p:cNvPr id="62" name="图形 61" descr="智能手机 纯色填充">
            <a:extLst>
              <a:ext uri="{FF2B5EF4-FFF2-40B4-BE49-F238E27FC236}">
                <a16:creationId xmlns:a16="http://schemas.microsoft.com/office/drawing/2014/main" id="{273FD2F3-255D-4CE2-B370-35440C00ACF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100767" y="3183012"/>
            <a:ext cx="914400" cy="914400"/>
          </a:xfrm>
          <a:prstGeom prst="rect">
            <a:avLst/>
          </a:prstGeom>
        </p:spPr>
      </p:pic>
      <p:cxnSp>
        <p:nvCxnSpPr>
          <p:cNvPr id="65" name="直接箭头连接符 64">
            <a:extLst>
              <a:ext uri="{FF2B5EF4-FFF2-40B4-BE49-F238E27FC236}">
                <a16:creationId xmlns:a16="http://schemas.microsoft.com/office/drawing/2014/main" id="{7FB5F066-EDAB-43DB-9704-10E68589CCAC}"/>
              </a:ext>
            </a:extLst>
          </p:cNvPr>
          <p:cNvCxnSpPr>
            <a:cxnSpLocks/>
            <a:stCxn id="54" idx="2"/>
            <a:endCxn id="62" idx="0"/>
          </p:cNvCxnSpPr>
          <p:nvPr/>
        </p:nvCxnSpPr>
        <p:spPr>
          <a:xfrm>
            <a:off x="6414059" y="1884201"/>
            <a:ext cx="3143908" cy="1298811"/>
          </a:xfrm>
          <a:prstGeom prst="straightConnector1">
            <a:avLst/>
          </a:prstGeom>
          <a:ln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文本框 67">
            <a:extLst>
              <a:ext uri="{FF2B5EF4-FFF2-40B4-BE49-F238E27FC236}">
                <a16:creationId xmlns:a16="http://schemas.microsoft.com/office/drawing/2014/main" id="{98616D0A-204C-4B34-8C14-BB962E995C1F}"/>
              </a:ext>
            </a:extLst>
          </p:cNvPr>
          <p:cNvSpPr txBox="1"/>
          <p:nvPr/>
        </p:nvSpPr>
        <p:spPr>
          <a:xfrm>
            <a:off x="7295152" y="2293499"/>
            <a:ext cx="166403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200" dirty="0"/>
              <a:t>APP</a:t>
            </a:r>
            <a:r>
              <a:rPr lang="zh-CN" altLang="en-US" sz="1200" dirty="0"/>
              <a:t>下载</a:t>
            </a:r>
            <a:endParaRPr lang="en-US" altLang="zh-CN" sz="1200" dirty="0"/>
          </a:p>
          <a:p>
            <a:pPr algn="ctr"/>
            <a:r>
              <a:rPr lang="zh-CN" altLang="en-US" sz="1200" dirty="0"/>
              <a:t>记忆卡下载</a:t>
            </a:r>
            <a:endParaRPr lang="en-US" altLang="zh-CN" sz="1200" dirty="0"/>
          </a:p>
          <a:p>
            <a:pPr algn="ctr"/>
            <a:r>
              <a:rPr lang="zh-CN" altLang="en-US" sz="1200" dirty="0"/>
              <a:t>自定义记忆卡下载</a:t>
            </a:r>
          </a:p>
        </p:txBody>
      </p:sp>
      <p:sp>
        <p:nvSpPr>
          <p:cNvPr id="71" name="文本框 70">
            <a:extLst>
              <a:ext uri="{FF2B5EF4-FFF2-40B4-BE49-F238E27FC236}">
                <a16:creationId xmlns:a16="http://schemas.microsoft.com/office/drawing/2014/main" id="{BFA38EE7-B71E-4AD7-8929-5755CAA319FB}"/>
              </a:ext>
            </a:extLst>
          </p:cNvPr>
          <p:cNvSpPr txBox="1"/>
          <p:nvPr/>
        </p:nvSpPr>
        <p:spPr>
          <a:xfrm>
            <a:off x="9741768" y="3169016"/>
            <a:ext cx="130032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dirty="0"/>
              <a:t>导入记忆卡</a:t>
            </a:r>
          </a:p>
        </p:txBody>
      </p:sp>
      <p:sp>
        <p:nvSpPr>
          <p:cNvPr id="73" name="矩形 72">
            <a:extLst>
              <a:ext uri="{FF2B5EF4-FFF2-40B4-BE49-F238E27FC236}">
                <a16:creationId xmlns:a16="http://schemas.microsoft.com/office/drawing/2014/main" id="{6C34AA42-77D9-4DFF-9D8B-F833B5417046}"/>
              </a:ext>
            </a:extLst>
          </p:cNvPr>
          <p:cNvSpPr/>
          <p:nvPr/>
        </p:nvSpPr>
        <p:spPr>
          <a:xfrm>
            <a:off x="8739054" y="5501680"/>
            <a:ext cx="1241763" cy="646331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/>
              <a:t>In4tag</a:t>
            </a:r>
          </a:p>
          <a:p>
            <a:pPr algn="ctr"/>
            <a:r>
              <a:rPr lang="zh-CN" altLang="en-US" sz="1200" dirty="0"/>
              <a:t>（</a:t>
            </a:r>
            <a:r>
              <a:rPr lang="en-US" altLang="zh-CN" sz="1200" dirty="0" err="1"/>
              <a:t>Yii</a:t>
            </a:r>
            <a:r>
              <a:rPr lang="zh-CN" altLang="en-US" sz="1200" dirty="0"/>
              <a:t>）</a:t>
            </a:r>
            <a:endParaRPr lang="zh-CN" altLang="en-US" sz="1400" dirty="0"/>
          </a:p>
        </p:txBody>
      </p:sp>
      <p:sp>
        <p:nvSpPr>
          <p:cNvPr id="74" name="矩形 73">
            <a:extLst>
              <a:ext uri="{FF2B5EF4-FFF2-40B4-BE49-F238E27FC236}">
                <a16:creationId xmlns:a16="http://schemas.microsoft.com/office/drawing/2014/main" id="{BC4E816E-4603-4C77-ACE6-EEFA09889FE2}"/>
              </a:ext>
            </a:extLst>
          </p:cNvPr>
          <p:cNvSpPr/>
          <p:nvPr/>
        </p:nvSpPr>
        <p:spPr>
          <a:xfrm>
            <a:off x="8739055" y="4518493"/>
            <a:ext cx="1225118" cy="702815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 err="1"/>
              <a:t>iBrainbook</a:t>
            </a:r>
            <a:endParaRPr lang="en-US" altLang="zh-CN" sz="1400" dirty="0"/>
          </a:p>
          <a:p>
            <a:pPr algn="ctr"/>
            <a:r>
              <a:rPr lang="zh-CN" altLang="en-US" sz="1200" dirty="0"/>
              <a:t>（</a:t>
            </a:r>
            <a:r>
              <a:rPr lang="en-US" altLang="zh-CN" sz="1200" dirty="0"/>
              <a:t>WordPress</a:t>
            </a:r>
            <a:r>
              <a:rPr lang="zh-CN" altLang="en-US" sz="1200" dirty="0"/>
              <a:t>）</a:t>
            </a:r>
          </a:p>
        </p:txBody>
      </p:sp>
      <p:sp>
        <p:nvSpPr>
          <p:cNvPr id="80" name="文本框 79">
            <a:extLst>
              <a:ext uri="{FF2B5EF4-FFF2-40B4-BE49-F238E27FC236}">
                <a16:creationId xmlns:a16="http://schemas.microsoft.com/office/drawing/2014/main" id="{FED433D5-C0E7-4DCF-8920-94E323F00A01}"/>
              </a:ext>
            </a:extLst>
          </p:cNvPr>
          <p:cNvSpPr txBox="1"/>
          <p:nvPr/>
        </p:nvSpPr>
        <p:spPr>
          <a:xfrm>
            <a:off x="6505012" y="3126462"/>
            <a:ext cx="2743627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dirty="0"/>
              <a:t>门户</a:t>
            </a:r>
            <a:r>
              <a:rPr lang="en-US" altLang="zh-CN" sz="1200" dirty="0"/>
              <a:t>DIY</a:t>
            </a:r>
          </a:p>
          <a:p>
            <a:r>
              <a:rPr lang="zh-CN" altLang="en-US" sz="1200" dirty="0"/>
              <a:t>分类列表</a:t>
            </a:r>
            <a:endParaRPr lang="en-US" altLang="zh-CN" sz="1200" dirty="0"/>
          </a:p>
          <a:p>
            <a:r>
              <a:rPr lang="zh-CN" altLang="en-US" sz="1200" dirty="0"/>
              <a:t>强大的搜索功能（</a:t>
            </a:r>
            <a:r>
              <a:rPr lang="en-US" altLang="zh-CN" sz="1200" dirty="0"/>
              <a:t>search</a:t>
            </a:r>
            <a:r>
              <a:rPr lang="zh-CN" altLang="en-US" sz="1200" dirty="0"/>
              <a:t>、</a:t>
            </a:r>
            <a:r>
              <a:rPr lang="en-US" altLang="zh-CN" sz="1200" dirty="0"/>
              <a:t>tag</a:t>
            </a:r>
            <a:r>
              <a:rPr lang="zh-CN" altLang="en-US" sz="1200" dirty="0"/>
              <a:t>）</a:t>
            </a:r>
            <a:endParaRPr lang="en-US" altLang="zh-CN" sz="1200" dirty="0"/>
          </a:p>
          <a:p>
            <a:r>
              <a:rPr lang="zh-CN" altLang="en-US" sz="1200" dirty="0"/>
              <a:t>合集系列、相关、参考来源</a:t>
            </a:r>
            <a:endParaRPr lang="en-US" altLang="zh-CN" sz="1200" dirty="0"/>
          </a:p>
          <a:p>
            <a:r>
              <a:rPr lang="zh-CN" altLang="en-US" sz="1200" dirty="0"/>
              <a:t>富文本编辑器（</a:t>
            </a:r>
            <a:r>
              <a:rPr lang="en-US" altLang="zh-CN" sz="1200" dirty="0" err="1"/>
              <a:t>bbcode</a:t>
            </a:r>
            <a:r>
              <a:rPr lang="zh-CN" altLang="en-US" sz="1200" dirty="0"/>
              <a:t>转</a:t>
            </a:r>
            <a:r>
              <a:rPr lang="en-US" altLang="zh-CN" sz="1200" dirty="0"/>
              <a:t>html</a:t>
            </a:r>
            <a:r>
              <a:rPr lang="zh-CN" altLang="en-US" sz="1200" dirty="0"/>
              <a:t>）</a:t>
            </a:r>
          </a:p>
        </p:txBody>
      </p:sp>
      <p:sp>
        <p:nvSpPr>
          <p:cNvPr id="83" name="文本框 82">
            <a:extLst>
              <a:ext uri="{FF2B5EF4-FFF2-40B4-BE49-F238E27FC236}">
                <a16:creationId xmlns:a16="http://schemas.microsoft.com/office/drawing/2014/main" id="{E9848192-C93F-4C19-9018-75EBABBD8561}"/>
              </a:ext>
            </a:extLst>
          </p:cNvPr>
          <p:cNvSpPr txBox="1"/>
          <p:nvPr/>
        </p:nvSpPr>
        <p:spPr>
          <a:xfrm>
            <a:off x="8898856" y="2828112"/>
            <a:ext cx="12236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>
                <a:solidFill>
                  <a:srgbClr val="7030A0"/>
                </a:solidFill>
              </a:rPr>
              <a:t>手机</a:t>
            </a:r>
            <a:r>
              <a:rPr lang="en-US" altLang="zh-CN" dirty="0">
                <a:solidFill>
                  <a:srgbClr val="7030A0"/>
                </a:solidFill>
              </a:rPr>
              <a:t>APP</a:t>
            </a:r>
          </a:p>
        </p:txBody>
      </p:sp>
      <p:sp>
        <p:nvSpPr>
          <p:cNvPr id="30" name="椭圆 29">
            <a:extLst>
              <a:ext uri="{FF2B5EF4-FFF2-40B4-BE49-F238E27FC236}">
                <a16:creationId xmlns:a16="http://schemas.microsoft.com/office/drawing/2014/main" id="{7A11D57A-7DD5-426E-BEA9-C0C983994DFF}"/>
              </a:ext>
            </a:extLst>
          </p:cNvPr>
          <p:cNvSpPr/>
          <p:nvPr/>
        </p:nvSpPr>
        <p:spPr>
          <a:xfrm>
            <a:off x="845818" y="3241999"/>
            <a:ext cx="1300326" cy="50472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/>
              <a:t>AI</a:t>
            </a:r>
            <a:r>
              <a:rPr lang="zh-CN" altLang="en-US" sz="1400" dirty="0"/>
              <a:t>工作流</a:t>
            </a:r>
          </a:p>
        </p:txBody>
      </p:sp>
      <p:sp>
        <p:nvSpPr>
          <p:cNvPr id="36" name="椭圆 35">
            <a:extLst>
              <a:ext uri="{FF2B5EF4-FFF2-40B4-BE49-F238E27FC236}">
                <a16:creationId xmlns:a16="http://schemas.microsoft.com/office/drawing/2014/main" id="{3CDC0E89-454A-497C-B0C3-78E244063FFD}"/>
              </a:ext>
            </a:extLst>
          </p:cNvPr>
          <p:cNvSpPr/>
          <p:nvPr/>
        </p:nvSpPr>
        <p:spPr>
          <a:xfrm>
            <a:off x="1012782" y="890430"/>
            <a:ext cx="2073709" cy="433232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zh-CN" altLang="en-US" sz="1400" dirty="0"/>
              <a:t>图片等下载链接</a:t>
            </a:r>
            <a:endParaRPr lang="en-US" altLang="zh-CN" sz="1400" dirty="0"/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DC0E94CC-BF93-405E-9713-563292F013D6}"/>
              </a:ext>
            </a:extLst>
          </p:cNvPr>
          <p:cNvSpPr/>
          <p:nvPr/>
        </p:nvSpPr>
        <p:spPr>
          <a:xfrm>
            <a:off x="1169575" y="1221530"/>
            <a:ext cx="1892512" cy="433232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zh-CN" altLang="en-US" sz="1400" dirty="0"/>
              <a:t>在线工具大全</a:t>
            </a:r>
          </a:p>
        </p:txBody>
      </p:sp>
      <p:sp>
        <p:nvSpPr>
          <p:cNvPr id="37" name="椭圆 36">
            <a:extLst>
              <a:ext uri="{FF2B5EF4-FFF2-40B4-BE49-F238E27FC236}">
                <a16:creationId xmlns:a16="http://schemas.microsoft.com/office/drawing/2014/main" id="{88473A22-6CC9-4542-9936-CE1AD1EDCF6B}"/>
              </a:ext>
            </a:extLst>
          </p:cNvPr>
          <p:cNvSpPr/>
          <p:nvPr/>
        </p:nvSpPr>
        <p:spPr>
          <a:xfrm>
            <a:off x="10098964" y="1517005"/>
            <a:ext cx="1300326" cy="433232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/>
              <a:t>实用工具</a:t>
            </a:r>
          </a:p>
        </p:txBody>
      </p:sp>
      <p:sp>
        <p:nvSpPr>
          <p:cNvPr id="33" name="椭圆 32">
            <a:extLst>
              <a:ext uri="{FF2B5EF4-FFF2-40B4-BE49-F238E27FC236}">
                <a16:creationId xmlns:a16="http://schemas.microsoft.com/office/drawing/2014/main" id="{6A8FB99B-E783-4E7D-B04D-1B14022C0C8B}"/>
              </a:ext>
            </a:extLst>
          </p:cNvPr>
          <p:cNvSpPr/>
          <p:nvPr/>
        </p:nvSpPr>
        <p:spPr>
          <a:xfrm>
            <a:off x="10089818" y="1822333"/>
            <a:ext cx="1300326" cy="43323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/>
              <a:t>JS</a:t>
            </a:r>
            <a:r>
              <a:rPr lang="zh-CN" altLang="en-US" sz="1400" dirty="0"/>
              <a:t>脚本</a:t>
            </a:r>
          </a:p>
        </p:txBody>
      </p:sp>
      <p:sp>
        <p:nvSpPr>
          <p:cNvPr id="39" name="椭圆 38">
            <a:extLst>
              <a:ext uri="{FF2B5EF4-FFF2-40B4-BE49-F238E27FC236}">
                <a16:creationId xmlns:a16="http://schemas.microsoft.com/office/drawing/2014/main" id="{5D39A696-13B1-4A1B-9609-9DB284962B38}"/>
              </a:ext>
            </a:extLst>
          </p:cNvPr>
          <p:cNvSpPr/>
          <p:nvPr/>
        </p:nvSpPr>
        <p:spPr>
          <a:xfrm>
            <a:off x="10015167" y="5613833"/>
            <a:ext cx="1300326" cy="433232"/>
          </a:xfrm>
          <a:prstGeom prst="ellipse">
            <a:avLst/>
          </a:prstGeom>
          <a:solidFill>
            <a:schemeClr val="accent6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/>
              <a:t>Donate</a:t>
            </a:r>
            <a:r>
              <a:rPr lang="zh-CN" altLang="en-US" sz="1400" dirty="0"/>
              <a:t>留言板</a:t>
            </a:r>
          </a:p>
        </p:txBody>
      </p:sp>
      <p:sp>
        <p:nvSpPr>
          <p:cNvPr id="40" name="椭圆 39">
            <a:extLst>
              <a:ext uri="{FF2B5EF4-FFF2-40B4-BE49-F238E27FC236}">
                <a16:creationId xmlns:a16="http://schemas.microsoft.com/office/drawing/2014/main" id="{8E2FCD3F-7D20-467E-BE15-FBB60BE79144}"/>
              </a:ext>
            </a:extLst>
          </p:cNvPr>
          <p:cNvSpPr/>
          <p:nvPr/>
        </p:nvSpPr>
        <p:spPr>
          <a:xfrm>
            <a:off x="1657129" y="1559370"/>
            <a:ext cx="1300326" cy="433232"/>
          </a:xfrm>
          <a:prstGeom prst="ellipse">
            <a:avLst/>
          </a:prstGeom>
          <a:solidFill>
            <a:schemeClr val="accent6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/>
              <a:t>Donate</a:t>
            </a:r>
            <a:r>
              <a:rPr lang="zh-CN" altLang="en-US" sz="1400" dirty="0"/>
              <a:t>留言板</a:t>
            </a:r>
          </a:p>
        </p:txBody>
      </p:sp>
      <p:sp>
        <p:nvSpPr>
          <p:cNvPr id="41" name="椭圆 40">
            <a:extLst>
              <a:ext uri="{FF2B5EF4-FFF2-40B4-BE49-F238E27FC236}">
                <a16:creationId xmlns:a16="http://schemas.microsoft.com/office/drawing/2014/main" id="{FF779CD5-975E-45A4-A829-6B5EAC328C24}"/>
              </a:ext>
            </a:extLst>
          </p:cNvPr>
          <p:cNvSpPr/>
          <p:nvPr/>
        </p:nvSpPr>
        <p:spPr>
          <a:xfrm>
            <a:off x="10015167" y="977950"/>
            <a:ext cx="1300326" cy="433232"/>
          </a:xfrm>
          <a:prstGeom prst="ellipse">
            <a:avLst/>
          </a:prstGeom>
          <a:solidFill>
            <a:schemeClr val="accent6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/>
              <a:t>Donate</a:t>
            </a:r>
            <a:r>
              <a:rPr lang="zh-CN" altLang="en-US" sz="1400" dirty="0"/>
              <a:t>留言板</a:t>
            </a:r>
          </a:p>
        </p:txBody>
      </p:sp>
      <p:sp>
        <p:nvSpPr>
          <p:cNvPr id="43" name="文本框 42">
            <a:extLst>
              <a:ext uri="{FF2B5EF4-FFF2-40B4-BE49-F238E27FC236}">
                <a16:creationId xmlns:a16="http://schemas.microsoft.com/office/drawing/2014/main" id="{08957AFF-FD7A-4AE4-B63E-D775C97E39E2}"/>
              </a:ext>
            </a:extLst>
          </p:cNvPr>
          <p:cNvSpPr txBox="1"/>
          <p:nvPr/>
        </p:nvSpPr>
        <p:spPr>
          <a:xfrm>
            <a:off x="941033" y="5085508"/>
            <a:ext cx="1716631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zh-CN" altLang="en-US" sz="1200" b="1" dirty="0"/>
              <a:t>知识库</a:t>
            </a:r>
            <a:r>
              <a:rPr lang="en-US" altLang="zh-CN" sz="1200" b="1" dirty="0" err="1"/>
              <a:t>Discuz</a:t>
            </a:r>
            <a:r>
              <a:rPr lang="zh-CN" altLang="en-US" sz="1200" b="1" dirty="0"/>
              <a:t>网站</a:t>
            </a:r>
            <a:r>
              <a:rPr lang="en-US" altLang="zh-CN" sz="1200" b="1" dirty="0"/>
              <a:t>PKB</a:t>
            </a:r>
          </a:p>
          <a:p>
            <a:pPr algn="r"/>
            <a:r>
              <a:rPr lang="zh-CN" altLang="en-US" sz="1200" b="1" dirty="0"/>
              <a:t>信息树</a:t>
            </a:r>
            <a:r>
              <a:rPr lang="en-US" altLang="zh-CN" sz="1200" b="1" dirty="0"/>
              <a:t>WP</a:t>
            </a:r>
            <a:r>
              <a:rPr lang="zh-CN" altLang="en-US" sz="1200" b="1" dirty="0"/>
              <a:t>网站</a:t>
            </a:r>
            <a:r>
              <a:rPr lang="en-US" altLang="zh-CN" sz="1200" b="1" dirty="0"/>
              <a:t>ITREE</a:t>
            </a:r>
          </a:p>
          <a:p>
            <a:pPr algn="r"/>
            <a:r>
              <a:rPr lang="en-US" altLang="zh-CN" sz="1200" b="1" dirty="0" err="1"/>
              <a:t>Tikard</a:t>
            </a:r>
            <a:r>
              <a:rPr lang="en-US" altLang="zh-CN" sz="1200" b="1" dirty="0"/>
              <a:t> WP</a:t>
            </a:r>
            <a:r>
              <a:rPr lang="zh-CN" altLang="en-US" sz="1200" b="1" dirty="0"/>
              <a:t>网站论坛</a:t>
            </a:r>
            <a:endParaRPr lang="en-US" altLang="zh-CN" sz="1200" b="1" dirty="0"/>
          </a:p>
          <a:p>
            <a:pPr algn="r"/>
            <a:r>
              <a:rPr lang="en-US" altLang="zh-CN" sz="1200" dirty="0"/>
              <a:t>In4tag </a:t>
            </a:r>
            <a:r>
              <a:rPr lang="en-US" altLang="zh-CN" sz="1200" dirty="0" err="1"/>
              <a:t>Yii</a:t>
            </a:r>
            <a:r>
              <a:rPr lang="zh-CN" altLang="en-US" sz="1200" dirty="0"/>
              <a:t>网站</a:t>
            </a:r>
            <a:endParaRPr lang="en-US" altLang="zh-CN" sz="1200" dirty="0"/>
          </a:p>
          <a:p>
            <a:pPr algn="r"/>
            <a:r>
              <a:rPr lang="en-US" altLang="zh-CN" sz="1200" dirty="0" err="1"/>
              <a:t>iBrainbook</a:t>
            </a:r>
            <a:r>
              <a:rPr lang="en-US" altLang="zh-CN" sz="1200" dirty="0"/>
              <a:t> WP</a:t>
            </a:r>
            <a:r>
              <a:rPr lang="zh-CN" altLang="en-US" sz="1200" dirty="0"/>
              <a:t>网站</a:t>
            </a:r>
          </a:p>
        </p:txBody>
      </p:sp>
      <p:sp>
        <p:nvSpPr>
          <p:cNvPr id="44" name="文本框 43">
            <a:extLst>
              <a:ext uri="{FF2B5EF4-FFF2-40B4-BE49-F238E27FC236}">
                <a16:creationId xmlns:a16="http://schemas.microsoft.com/office/drawing/2014/main" id="{651AEA7E-47EA-4840-8734-BFEBEAAC919C}"/>
              </a:ext>
            </a:extLst>
          </p:cNvPr>
          <p:cNvSpPr txBox="1"/>
          <p:nvPr/>
        </p:nvSpPr>
        <p:spPr>
          <a:xfrm>
            <a:off x="7299270" y="5062355"/>
            <a:ext cx="146559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/>
              <a:t>Android</a:t>
            </a:r>
            <a:r>
              <a:rPr lang="zh-CN" altLang="en-US" sz="1200" dirty="0"/>
              <a:t>记忆卡</a:t>
            </a:r>
            <a:r>
              <a:rPr lang="en-US" altLang="zh-CN" sz="1200" dirty="0"/>
              <a:t>APP</a:t>
            </a:r>
          </a:p>
          <a:p>
            <a:r>
              <a:rPr lang="en-US" altLang="zh-CN" sz="1200" dirty="0"/>
              <a:t>iOS</a:t>
            </a:r>
            <a:r>
              <a:rPr lang="zh-CN" altLang="en-US" sz="1200" dirty="0"/>
              <a:t>记忆卡</a:t>
            </a:r>
            <a:r>
              <a:rPr lang="en-US" altLang="zh-CN" sz="1200" dirty="0"/>
              <a:t>APP</a:t>
            </a:r>
            <a:endParaRPr lang="zh-CN" altLang="en-US" sz="1200" dirty="0"/>
          </a:p>
        </p:txBody>
      </p:sp>
      <p:sp>
        <p:nvSpPr>
          <p:cNvPr id="45" name="文本框 44">
            <a:extLst>
              <a:ext uri="{FF2B5EF4-FFF2-40B4-BE49-F238E27FC236}">
                <a16:creationId xmlns:a16="http://schemas.microsoft.com/office/drawing/2014/main" id="{CCD10E0C-B3CE-4496-B780-79CCCE1472E6}"/>
              </a:ext>
            </a:extLst>
          </p:cNvPr>
          <p:cNvSpPr txBox="1"/>
          <p:nvPr/>
        </p:nvSpPr>
        <p:spPr>
          <a:xfrm>
            <a:off x="8627137" y="6209042"/>
            <a:ext cx="166428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dirty="0"/>
              <a:t>类</a:t>
            </a:r>
            <a:r>
              <a:rPr lang="en-US" altLang="zh-CN" sz="1200" dirty="0"/>
              <a:t>hashtag</a:t>
            </a:r>
            <a:r>
              <a:rPr lang="zh-CN" altLang="en-US" sz="1200" dirty="0"/>
              <a:t>、短链</a:t>
            </a:r>
            <a:r>
              <a:rPr lang="en-US" altLang="zh-CN" sz="1200" dirty="0"/>
              <a:t>URL</a:t>
            </a:r>
            <a:endParaRPr lang="zh-CN" altLang="en-US" sz="1200" dirty="0"/>
          </a:p>
        </p:txBody>
      </p:sp>
      <p:sp>
        <p:nvSpPr>
          <p:cNvPr id="58" name="文本框 57">
            <a:extLst>
              <a:ext uri="{FF2B5EF4-FFF2-40B4-BE49-F238E27FC236}">
                <a16:creationId xmlns:a16="http://schemas.microsoft.com/office/drawing/2014/main" id="{C12AD67E-DBE7-4D70-9207-1D57055FD1AA}"/>
              </a:ext>
            </a:extLst>
          </p:cNvPr>
          <p:cNvSpPr txBox="1"/>
          <p:nvPr/>
        </p:nvSpPr>
        <p:spPr>
          <a:xfrm>
            <a:off x="7600784" y="1731518"/>
            <a:ext cx="274362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>
                <a:solidFill>
                  <a:srgbClr val="92D050"/>
                </a:solidFill>
              </a:rPr>
              <a:t>BBS</a:t>
            </a:r>
            <a:r>
              <a:rPr lang="zh-CN" altLang="en-US" sz="1200" dirty="0">
                <a:solidFill>
                  <a:srgbClr val="92D050"/>
                </a:solidFill>
              </a:rPr>
              <a:t>论坛（用户自定义记忆卡并下载）</a:t>
            </a:r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72A4019B-AACB-483B-860C-7CC241A56E49}"/>
              </a:ext>
            </a:extLst>
          </p:cNvPr>
          <p:cNvSpPr txBox="1"/>
          <p:nvPr/>
        </p:nvSpPr>
        <p:spPr>
          <a:xfrm>
            <a:off x="7596073" y="878367"/>
            <a:ext cx="267543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/>
              <a:t>APP</a:t>
            </a:r>
            <a:r>
              <a:rPr lang="zh-CN" altLang="en-US" sz="1200" dirty="0"/>
              <a:t>下载及使用说明</a:t>
            </a:r>
            <a:endParaRPr lang="en-US" altLang="zh-CN" sz="1200" dirty="0"/>
          </a:p>
          <a:p>
            <a:r>
              <a:rPr lang="zh-CN" altLang="en-US" sz="1200" dirty="0"/>
              <a:t>记忆卡商城（下载官方记忆卡）</a:t>
            </a:r>
            <a:endParaRPr lang="en-US" altLang="zh-CN" sz="1200" dirty="0"/>
          </a:p>
        </p:txBody>
      </p:sp>
      <p:sp>
        <p:nvSpPr>
          <p:cNvPr id="38" name="文本框 37">
            <a:extLst>
              <a:ext uri="{FF2B5EF4-FFF2-40B4-BE49-F238E27FC236}">
                <a16:creationId xmlns:a16="http://schemas.microsoft.com/office/drawing/2014/main" id="{E053B064-8F70-4A03-80B6-01799A1E5A15}"/>
              </a:ext>
            </a:extLst>
          </p:cNvPr>
          <p:cNvSpPr txBox="1"/>
          <p:nvPr/>
        </p:nvSpPr>
        <p:spPr>
          <a:xfrm>
            <a:off x="7605219" y="1388731"/>
            <a:ext cx="274362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dirty="0">
                <a:solidFill>
                  <a:srgbClr val="92D050"/>
                </a:solidFill>
              </a:rPr>
              <a:t>实用工具下载：如批量录入单词卡片</a:t>
            </a:r>
            <a:endParaRPr lang="en-US" altLang="zh-CN" sz="1200" dirty="0">
              <a:solidFill>
                <a:srgbClr val="92D0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611592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5F25D7E6-B6C6-4452-80EE-24CAFE2102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70811" y="442357"/>
            <a:ext cx="3381375" cy="3114675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9FC12636-86E5-42FD-A8D6-E5E5AA8FAB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0800000" flipH="1">
            <a:off x="3677007" y="3429000"/>
            <a:ext cx="3275179" cy="3114675"/>
          </a:xfrm>
          <a:prstGeom prst="rect">
            <a:avLst/>
          </a:prstGeom>
        </p:spPr>
      </p:pic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F7B4C25C-E962-4DAC-8097-8E3067EBE6EF}"/>
              </a:ext>
            </a:extLst>
          </p:cNvPr>
          <p:cNvCxnSpPr>
            <a:cxnSpLocks/>
          </p:cNvCxnSpPr>
          <p:nvPr/>
        </p:nvCxnSpPr>
        <p:spPr>
          <a:xfrm>
            <a:off x="481843" y="3429000"/>
            <a:ext cx="10866268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图片 9">
            <a:extLst>
              <a:ext uri="{FF2B5EF4-FFF2-40B4-BE49-F238E27FC236}">
                <a16:creationId xmlns:a16="http://schemas.microsoft.com/office/drawing/2014/main" id="{DAED02AA-86FD-4738-B5BE-D05F12FB59C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98965" y="834269"/>
            <a:ext cx="454814" cy="585301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716533D0-65C4-47C3-9E55-A1A9E986B58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1994136" y="564732"/>
            <a:ext cx="854239" cy="855663"/>
          </a:xfrm>
          <a:prstGeom prst="rect">
            <a:avLst/>
          </a:prstGeom>
        </p:spPr>
      </p:pic>
      <p:pic>
        <p:nvPicPr>
          <p:cNvPr id="13" name="图片 12">
            <a:extLst>
              <a:ext uri="{FF2B5EF4-FFF2-40B4-BE49-F238E27FC236}">
                <a16:creationId xmlns:a16="http://schemas.microsoft.com/office/drawing/2014/main" id="{0FA2C01A-4798-4F8F-ABC7-01F8807DBE4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2540457" y="1004003"/>
            <a:ext cx="854239" cy="855663"/>
          </a:xfrm>
          <a:prstGeom prst="rect">
            <a:avLst/>
          </a:prstGeom>
        </p:spPr>
      </p:pic>
      <p:pic>
        <p:nvPicPr>
          <p:cNvPr id="14" name="图片 13">
            <a:extLst>
              <a:ext uri="{FF2B5EF4-FFF2-40B4-BE49-F238E27FC236}">
                <a16:creationId xmlns:a16="http://schemas.microsoft.com/office/drawing/2014/main" id="{C9E8EA38-9BA1-4870-BFB3-76794D29EAB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1707660" y="1074295"/>
            <a:ext cx="854239" cy="855663"/>
          </a:xfrm>
          <a:prstGeom prst="rect">
            <a:avLst/>
          </a:prstGeom>
        </p:spPr>
      </p:pic>
      <p:pic>
        <p:nvPicPr>
          <p:cNvPr id="15" name="图片 14">
            <a:extLst>
              <a:ext uri="{FF2B5EF4-FFF2-40B4-BE49-F238E27FC236}">
                <a16:creationId xmlns:a16="http://schemas.microsoft.com/office/drawing/2014/main" id="{C729F1B6-A030-4AC3-8D5A-E712F731D91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2034793" y="1502126"/>
            <a:ext cx="854239" cy="855663"/>
          </a:xfrm>
          <a:prstGeom prst="rect">
            <a:avLst/>
          </a:prstGeom>
        </p:spPr>
      </p:pic>
      <p:pic>
        <p:nvPicPr>
          <p:cNvPr id="17" name="图片 16">
            <a:extLst>
              <a:ext uri="{FF2B5EF4-FFF2-40B4-BE49-F238E27FC236}">
                <a16:creationId xmlns:a16="http://schemas.microsoft.com/office/drawing/2014/main" id="{C9B12331-42C8-44ED-89B7-FC756D956A9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5735" y="3482415"/>
            <a:ext cx="2055590" cy="1929346"/>
          </a:xfrm>
          <a:prstGeom prst="rect">
            <a:avLst/>
          </a:prstGeom>
        </p:spPr>
      </p:pic>
      <p:pic>
        <p:nvPicPr>
          <p:cNvPr id="19" name="图片 18">
            <a:extLst>
              <a:ext uri="{FF2B5EF4-FFF2-40B4-BE49-F238E27FC236}">
                <a16:creationId xmlns:a16="http://schemas.microsoft.com/office/drawing/2014/main" id="{041D568E-2A74-4B8D-960C-23127DFF1D5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40371" y="4965384"/>
            <a:ext cx="537633" cy="579871"/>
          </a:xfrm>
          <a:prstGeom prst="rect">
            <a:avLst/>
          </a:prstGeom>
        </p:spPr>
      </p:pic>
      <p:pic>
        <p:nvPicPr>
          <p:cNvPr id="20" name="图片 19">
            <a:extLst>
              <a:ext uri="{FF2B5EF4-FFF2-40B4-BE49-F238E27FC236}">
                <a16:creationId xmlns:a16="http://schemas.microsoft.com/office/drawing/2014/main" id="{8446118F-5624-4C25-A15A-D82ED45B88F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95477" y="1388791"/>
            <a:ext cx="454814" cy="585301"/>
          </a:xfrm>
          <a:prstGeom prst="rect">
            <a:avLst/>
          </a:prstGeom>
        </p:spPr>
      </p:pic>
      <p:pic>
        <p:nvPicPr>
          <p:cNvPr id="21" name="图片 20">
            <a:extLst>
              <a:ext uri="{FF2B5EF4-FFF2-40B4-BE49-F238E27FC236}">
                <a16:creationId xmlns:a16="http://schemas.microsoft.com/office/drawing/2014/main" id="{1FB639F1-5F10-4851-8F85-223C3E4F4DC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21401" y="1242592"/>
            <a:ext cx="454814" cy="585301"/>
          </a:xfrm>
          <a:prstGeom prst="rect">
            <a:avLst/>
          </a:prstGeom>
        </p:spPr>
      </p:pic>
      <p:sp>
        <p:nvSpPr>
          <p:cNvPr id="23" name="矩形 22">
            <a:extLst>
              <a:ext uri="{FF2B5EF4-FFF2-40B4-BE49-F238E27FC236}">
                <a16:creationId xmlns:a16="http://schemas.microsoft.com/office/drawing/2014/main" id="{A39CA7FF-6AEB-405A-8809-1AD5D3A1B162}"/>
              </a:ext>
            </a:extLst>
          </p:cNvPr>
          <p:cNvSpPr/>
          <p:nvPr/>
        </p:nvSpPr>
        <p:spPr>
          <a:xfrm>
            <a:off x="1194116" y="5464416"/>
            <a:ext cx="1520965" cy="501428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/>
              <a:t>园丁</a:t>
            </a:r>
            <a:endParaRPr lang="en-US" altLang="zh-CN" sz="1400" dirty="0"/>
          </a:p>
          <a:p>
            <a:pPr algn="ctr"/>
            <a:r>
              <a:rPr lang="zh-CN" altLang="en-US" sz="1200" dirty="0"/>
              <a:t>（</a:t>
            </a:r>
            <a:r>
              <a:rPr lang="en-US" altLang="zh-CN" sz="1200" dirty="0"/>
              <a:t>AI</a:t>
            </a:r>
            <a:r>
              <a:rPr lang="zh-CN" altLang="en-US" sz="1200" dirty="0"/>
              <a:t>自动化工作流）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0BE22726-D1E7-4E03-85D8-431855745703}"/>
              </a:ext>
            </a:extLst>
          </p:cNvPr>
          <p:cNvSpPr/>
          <p:nvPr/>
        </p:nvSpPr>
        <p:spPr>
          <a:xfrm>
            <a:off x="2113336" y="2172997"/>
            <a:ext cx="854240" cy="533045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/>
              <a:t>目标</a:t>
            </a:r>
            <a:endParaRPr lang="en-US" altLang="zh-CN" sz="1400" dirty="0"/>
          </a:p>
          <a:p>
            <a:pPr algn="ctr"/>
            <a:r>
              <a:rPr lang="zh-CN" altLang="en-US" sz="1200" dirty="0"/>
              <a:t>人气流量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FA1345CB-C4FC-4459-BAB4-7D430BE160F4}"/>
              </a:ext>
            </a:extLst>
          </p:cNvPr>
          <p:cNvSpPr/>
          <p:nvPr/>
        </p:nvSpPr>
        <p:spPr>
          <a:xfrm>
            <a:off x="4853926" y="1264038"/>
            <a:ext cx="686676" cy="341458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/>
              <a:t>记忆卡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584910EA-50BE-439B-8516-550EC07B73CB}"/>
              </a:ext>
            </a:extLst>
          </p:cNvPr>
          <p:cNvSpPr/>
          <p:nvPr/>
        </p:nvSpPr>
        <p:spPr>
          <a:xfrm>
            <a:off x="4897876" y="2577414"/>
            <a:ext cx="921340" cy="389836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/>
              <a:t>信息树</a:t>
            </a:r>
            <a:endParaRPr lang="en-US" altLang="zh-CN" sz="1400" dirty="0"/>
          </a:p>
          <a:p>
            <a:pPr algn="ctr"/>
            <a:r>
              <a:rPr lang="zh-CN" altLang="en-US" sz="1200" dirty="0"/>
              <a:t>（镜像）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CB46EE49-6729-4479-9BBE-F89BC670B0C2}"/>
              </a:ext>
            </a:extLst>
          </p:cNvPr>
          <p:cNvSpPr/>
          <p:nvPr/>
        </p:nvSpPr>
        <p:spPr>
          <a:xfrm>
            <a:off x="4913758" y="4030452"/>
            <a:ext cx="921340" cy="341458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/>
              <a:t>信息树</a:t>
            </a:r>
            <a:endParaRPr lang="zh-CN" altLang="en-US" sz="1200" dirty="0"/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E54556F9-F8A8-43CC-A120-D926E86BBF17}"/>
              </a:ext>
            </a:extLst>
          </p:cNvPr>
          <p:cNvSpPr/>
          <p:nvPr/>
        </p:nvSpPr>
        <p:spPr>
          <a:xfrm>
            <a:off x="4948517" y="5557797"/>
            <a:ext cx="921340" cy="341458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/>
              <a:t>知识库</a:t>
            </a:r>
            <a:endParaRPr lang="zh-CN" altLang="en-US" sz="1200" dirty="0"/>
          </a:p>
        </p:txBody>
      </p:sp>
      <p:pic>
        <p:nvPicPr>
          <p:cNvPr id="31" name="图片 30">
            <a:extLst>
              <a:ext uri="{FF2B5EF4-FFF2-40B4-BE49-F238E27FC236}">
                <a16:creationId xmlns:a16="http://schemas.microsoft.com/office/drawing/2014/main" id="{1E90A28F-BA24-4D57-A6A0-80FBCC798C7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84519" y="1305466"/>
            <a:ext cx="511831" cy="393146"/>
          </a:xfrm>
          <a:prstGeom prst="rect">
            <a:avLst/>
          </a:prstGeom>
        </p:spPr>
      </p:pic>
      <p:sp>
        <p:nvSpPr>
          <p:cNvPr id="32" name="矩形 31">
            <a:extLst>
              <a:ext uri="{FF2B5EF4-FFF2-40B4-BE49-F238E27FC236}">
                <a16:creationId xmlns:a16="http://schemas.microsoft.com/office/drawing/2014/main" id="{DEF57072-66C1-47F8-8952-D436F61C7305}"/>
              </a:ext>
            </a:extLst>
          </p:cNvPr>
          <p:cNvSpPr/>
          <p:nvPr/>
        </p:nvSpPr>
        <p:spPr>
          <a:xfrm>
            <a:off x="1137092" y="1743836"/>
            <a:ext cx="564912" cy="523645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/>
              <a:t>目标</a:t>
            </a:r>
            <a:endParaRPr lang="en-US" altLang="zh-CN" sz="1400" dirty="0"/>
          </a:p>
          <a:p>
            <a:pPr algn="ctr"/>
            <a:r>
              <a:rPr lang="zh-CN" altLang="en-US" sz="1200" dirty="0"/>
              <a:t>赚钱</a:t>
            </a:r>
          </a:p>
        </p:txBody>
      </p:sp>
      <p:cxnSp>
        <p:nvCxnSpPr>
          <p:cNvPr id="33" name="直接箭头连接符 32">
            <a:extLst>
              <a:ext uri="{FF2B5EF4-FFF2-40B4-BE49-F238E27FC236}">
                <a16:creationId xmlns:a16="http://schemas.microsoft.com/office/drawing/2014/main" id="{4AC8CA40-F17F-43A8-BA6E-7249D362819F}"/>
              </a:ext>
            </a:extLst>
          </p:cNvPr>
          <p:cNvCxnSpPr>
            <a:cxnSpLocks/>
            <a:stCxn id="28" idx="0"/>
            <a:endCxn id="27" idx="2"/>
          </p:cNvCxnSpPr>
          <p:nvPr/>
        </p:nvCxnSpPr>
        <p:spPr>
          <a:xfrm flipH="1" flipV="1">
            <a:off x="5358546" y="2967250"/>
            <a:ext cx="15882" cy="1063202"/>
          </a:xfrm>
          <a:prstGeom prst="straightConnector1">
            <a:avLst/>
          </a:prstGeom>
          <a:ln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文本框 34">
            <a:extLst>
              <a:ext uri="{FF2B5EF4-FFF2-40B4-BE49-F238E27FC236}">
                <a16:creationId xmlns:a16="http://schemas.microsoft.com/office/drawing/2014/main" id="{F96DA432-02F9-4BD2-BDF7-3987D3929BCD}"/>
              </a:ext>
            </a:extLst>
          </p:cNvPr>
          <p:cNvSpPr txBox="1"/>
          <p:nvPr/>
        </p:nvSpPr>
        <p:spPr>
          <a:xfrm>
            <a:off x="4859360" y="3159979"/>
            <a:ext cx="109965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200" dirty="0">
                <a:solidFill>
                  <a:srgbClr val="92D050"/>
                </a:solidFill>
              </a:rPr>
              <a:t>自动同步</a:t>
            </a: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A16FD2F4-6516-4582-8B14-A57E7EE1D5EB}"/>
              </a:ext>
            </a:extLst>
          </p:cNvPr>
          <p:cNvSpPr txBox="1"/>
          <p:nvPr/>
        </p:nvSpPr>
        <p:spPr>
          <a:xfrm>
            <a:off x="7555421" y="965722"/>
            <a:ext cx="273432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zh-CN" altLang="en-US" kern="100" dirty="0">
                <a:latin typeface="DengXian" panose="02010600030101010101" pitchFamily="2" charset="-122"/>
                <a:ea typeface="DengXian" panose="02010600030101010101" pitchFamily="2" charset="-122"/>
                <a:cs typeface="Times New Roman" panose="02020603050405020304" pitchFamily="18" charset="0"/>
              </a:rPr>
              <a:t>开发架构及内容更新：</a:t>
            </a:r>
            <a:endParaRPr lang="en-US" altLang="zh-CN" kern="100" dirty="0">
              <a:latin typeface="DengXian" panose="02010600030101010101" pitchFamily="2" charset="-122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pPr algn="just"/>
            <a:r>
              <a:rPr lang="zh-CN" altLang="zh-CN" sz="1800" kern="100" dirty="0">
                <a:effectLst/>
                <a:highlight>
                  <a:srgbClr val="FFFF00"/>
                </a:highlight>
                <a:latin typeface="DengXian" panose="02010600030101010101" pitchFamily="2" charset="-122"/>
                <a:ea typeface="DengXian" panose="02010600030101010101" pitchFamily="2" charset="-122"/>
                <a:cs typeface="Times New Roman" panose="02020603050405020304" pitchFamily="18" charset="0"/>
              </a:rPr>
              <a:t>网站</a:t>
            </a:r>
            <a:r>
              <a:rPr lang="zh-CN" altLang="zh-CN" sz="1800" kern="100" dirty="0">
                <a:effectLst/>
                <a:latin typeface="DengXian" panose="02010600030101010101" pitchFamily="2" charset="-122"/>
                <a:ea typeface="DengXian" panose="02010600030101010101" pitchFamily="2" charset="-122"/>
                <a:cs typeface="Times New Roman" panose="02020603050405020304" pitchFamily="18" charset="0"/>
              </a:rPr>
              <a:t>；</a:t>
            </a:r>
            <a:r>
              <a:rPr lang="en-US" altLang="zh-CN" sz="1800" kern="100" dirty="0">
                <a:effectLst/>
                <a:highlight>
                  <a:srgbClr val="FFFF00"/>
                </a:highlight>
                <a:latin typeface="DengXian" panose="02010600030101010101" pitchFamily="2" charset="-122"/>
                <a:ea typeface="DengXian" panose="02010600030101010101" pitchFamily="2" charset="-122"/>
                <a:cs typeface="Times New Roman" panose="02020603050405020304" pitchFamily="18" charset="0"/>
              </a:rPr>
              <a:t>APP</a:t>
            </a:r>
            <a:r>
              <a:rPr lang="zh-CN" altLang="zh-CN" sz="1800" kern="100" dirty="0">
                <a:effectLst/>
                <a:latin typeface="DengXian" panose="02010600030101010101" pitchFamily="2" charset="-122"/>
                <a:ea typeface="DengXian" panose="02010600030101010101" pitchFamily="2" charset="-122"/>
                <a:cs typeface="Times New Roman" panose="02020603050405020304" pitchFamily="18" charset="0"/>
              </a:rPr>
              <a:t>；（</a:t>
            </a:r>
            <a:r>
              <a:rPr lang="en-US" altLang="zh-CN" sz="1800" kern="100" dirty="0">
                <a:effectLst/>
                <a:latin typeface="DengXian" panose="02010600030101010101" pitchFamily="2" charset="-122"/>
                <a:ea typeface="DengXian" panose="02010600030101010101" pitchFamily="2" charset="-122"/>
                <a:cs typeface="Times New Roman" panose="02020603050405020304" pitchFamily="18" charset="0"/>
              </a:rPr>
              <a:t>AI</a:t>
            </a:r>
            <a:r>
              <a:rPr lang="zh-CN" altLang="zh-CN" sz="1800" kern="100" dirty="0">
                <a:effectLst/>
                <a:latin typeface="DengXian" panose="02010600030101010101" pitchFamily="2" charset="-122"/>
                <a:ea typeface="DengXian" panose="02010600030101010101" pitchFamily="2" charset="-122"/>
                <a:cs typeface="Times New Roman" panose="02020603050405020304" pitchFamily="18" charset="0"/>
              </a:rPr>
              <a:t>）</a:t>
            </a:r>
            <a:r>
              <a:rPr lang="zh-CN" altLang="zh-CN" sz="1800" kern="100" dirty="0">
                <a:effectLst/>
                <a:highlight>
                  <a:srgbClr val="FFFF00"/>
                </a:highlight>
                <a:latin typeface="DengXian" panose="02010600030101010101" pitchFamily="2" charset="-122"/>
                <a:ea typeface="DengXian" panose="02010600030101010101" pitchFamily="2" charset="-122"/>
                <a:cs typeface="Times New Roman" panose="02020603050405020304" pitchFamily="18" charset="0"/>
              </a:rPr>
              <a:t>视频</a:t>
            </a:r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3F714571-6485-4E14-A370-903692DC2B60}"/>
              </a:ext>
            </a:extLst>
          </p:cNvPr>
          <p:cNvSpPr txBox="1"/>
          <p:nvPr/>
        </p:nvSpPr>
        <p:spPr>
          <a:xfrm>
            <a:off x="7555421" y="1943855"/>
            <a:ext cx="412007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zh-CN" altLang="en-US" sz="1800" kern="100" dirty="0">
                <a:effectLst/>
                <a:latin typeface="DengXian" panose="02010600030101010101" pitchFamily="2" charset="-122"/>
                <a:ea typeface="DengXian" panose="02010600030101010101" pitchFamily="2" charset="-122"/>
                <a:cs typeface="Times New Roman" panose="02020603050405020304" pitchFamily="18" charset="0"/>
              </a:rPr>
              <a:t>研究领域：</a:t>
            </a:r>
            <a:endParaRPr lang="en-US" altLang="zh-CN" sz="1800" kern="100" dirty="0">
              <a:effectLst/>
              <a:latin typeface="DengXian" panose="02010600030101010101" pitchFamily="2" charset="-122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pPr algn="just"/>
            <a:r>
              <a:rPr lang="zh-CN" altLang="zh-CN" sz="1800" kern="100" dirty="0">
                <a:effectLst/>
                <a:latin typeface="DengXian" panose="02010600030101010101" pitchFamily="2" charset="-122"/>
                <a:ea typeface="DengXian" panose="02010600030101010101" pitchFamily="2" charset="-122"/>
                <a:cs typeface="Times New Roman" panose="02020603050405020304" pitchFamily="18" charset="0"/>
              </a:rPr>
              <a:t>高效</a:t>
            </a:r>
            <a:r>
              <a:rPr lang="zh-CN" altLang="zh-CN" sz="1800" kern="100" dirty="0">
                <a:effectLst/>
                <a:highlight>
                  <a:srgbClr val="FFFF00"/>
                </a:highlight>
                <a:latin typeface="DengXian" panose="02010600030101010101" pitchFamily="2" charset="-122"/>
                <a:ea typeface="DengXian" panose="02010600030101010101" pitchFamily="2" charset="-122"/>
                <a:cs typeface="Times New Roman" panose="02020603050405020304" pitchFamily="18" charset="0"/>
              </a:rPr>
              <a:t>学习</a:t>
            </a:r>
            <a:r>
              <a:rPr lang="zh-CN" altLang="zh-CN" sz="1800" kern="100" dirty="0">
                <a:effectLst/>
                <a:latin typeface="DengXian" panose="02010600030101010101" pitchFamily="2" charset="-122"/>
                <a:ea typeface="DengXian" panose="02010600030101010101" pitchFamily="2" charset="-122"/>
                <a:cs typeface="Times New Roman" panose="02020603050405020304" pitchFamily="18" charset="0"/>
              </a:rPr>
              <a:t>记忆知识；</a:t>
            </a:r>
            <a:r>
              <a:rPr lang="en-US" altLang="zh-CN" sz="1800" kern="100" dirty="0">
                <a:effectLst/>
                <a:highlight>
                  <a:srgbClr val="FFFF00"/>
                </a:highlight>
                <a:latin typeface="DengXian" panose="02010600030101010101" pitchFamily="2" charset="-122"/>
                <a:ea typeface="DengXian" panose="02010600030101010101" pitchFamily="2" charset="-122"/>
                <a:cs typeface="Times New Roman" panose="02020603050405020304" pitchFamily="18" charset="0"/>
              </a:rPr>
              <a:t>AI</a:t>
            </a:r>
            <a:r>
              <a:rPr lang="zh-CN" altLang="en-US" sz="1800" kern="100" dirty="0">
                <a:effectLst/>
                <a:latin typeface="DengXian" panose="02010600030101010101" pitchFamily="2" charset="-122"/>
                <a:ea typeface="DengXian" panose="02010600030101010101" pitchFamily="2" charset="-122"/>
                <a:cs typeface="Times New Roman" panose="02020603050405020304" pitchFamily="18" charset="0"/>
              </a:rPr>
              <a:t>自动化工作流</a:t>
            </a:r>
            <a:endParaRPr lang="zh-CN" altLang="zh-CN" sz="1800" kern="100" dirty="0">
              <a:effectLst/>
              <a:latin typeface="DengXian" panose="02010600030101010101" pitchFamily="2" charset="-122"/>
              <a:ea typeface="DengXian" panose="02010600030101010101" pitchFamily="2" charset="-122"/>
              <a:cs typeface="Times New Roman" panose="02020603050405020304" pitchFamily="18" charset="0"/>
            </a:endParaRPr>
          </a:p>
        </p:txBody>
      </p:sp>
      <p:pic>
        <p:nvPicPr>
          <p:cNvPr id="4" name="图形 3" descr="机器人 纯色填充">
            <a:extLst>
              <a:ext uri="{FF2B5EF4-FFF2-40B4-BE49-F238E27FC236}">
                <a16:creationId xmlns:a16="http://schemas.microsoft.com/office/drawing/2014/main" id="{18155F07-69DB-4AA9-99C8-F243AFD1C441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951512" y="3437508"/>
            <a:ext cx="2000923" cy="20009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46562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EC86C24D-E976-442F-BD93-0368E5E5EBB7}"/>
              </a:ext>
            </a:extLst>
          </p:cNvPr>
          <p:cNvSpPr/>
          <p:nvPr/>
        </p:nvSpPr>
        <p:spPr>
          <a:xfrm>
            <a:off x="2040211" y="2075253"/>
            <a:ext cx="2337822" cy="971247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/>
              <a:t>AI</a:t>
            </a:r>
            <a:r>
              <a:rPr lang="zh-CN" altLang="en-US" sz="2000" dirty="0"/>
              <a:t>编程</a:t>
            </a:r>
            <a:endParaRPr lang="en-US" altLang="zh-CN" sz="2000" dirty="0"/>
          </a:p>
          <a:p>
            <a:pPr algn="ctr"/>
            <a:r>
              <a:rPr lang="zh-CN" altLang="en-US" sz="1400" dirty="0"/>
              <a:t>（开发系统架构）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5CCB81A3-AFD7-4B40-B339-9DC40EC35A5A}"/>
              </a:ext>
            </a:extLst>
          </p:cNvPr>
          <p:cNvSpPr/>
          <p:nvPr/>
        </p:nvSpPr>
        <p:spPr>
          <a:xfrm>
            <a:off x="4990592" y="2053485"/>
            <a:ext cx="3188600" cy="993015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/>
              <a:t>Agent AI</a:t>
            </a:r>
            <a:r>
              <a:rPr lang="zh-CN" altLang="en-US" sz="2000" dirty="0"/>
              <a:t>（</a:t>
            </a:r>
            <a:r>
              <a:rPr lang="en-US" altLang="zh-CN" sz="2000" dirty="0"/>
              <a:t>AGI</a:t>
            </a:r>
            <a:r>
              <a:rPr lang="zh-CN" altLang="en-US" sz="2000" dirty="0"/>
              <a:t>）、工作流</a:t>
            </a:r>
            <a:endParaRPr lang="en-US" altLang="zh-CN" sz="2000" dirty="0"/>
          </a:p>
          <a:p>
            <a:pPr algn="ctr"/>
            <a:r>
              <a:rPr lang="zh-CN" altLang="en-US" sz="1400" dirty="0"/>
              <a:t>（自动生成内容）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B0D045D9-30F9-4498-AB7D-0200D2B38D1A}"/>
              </a:ext>
            </a:extLst>
          </p:cNvPr>
          <p:cNvSpPr txBox="1"/>
          <p:nvPr/>
        </p:nvSpPr>
        <p:spPr>
          <a:xfrm>
            <a:off x="1945571" y="3046500"/>
            <a:ext cx="18110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Cursor + Claude</a:t>
            </a:r>
            <a:endParaRPr lang="zh-CN" altLang="en-US" dirty="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19A4931A-9BAF-4A56-ABAD-3415A1D55835}"/>
              </a:ext>
            </a:extLst>
          </p:cNvPr>
          <p:cNvSpPr txBox="1"/>
          <p:nvPr/>
        </p:nvSpPr>
        <p:spPr>
          <a:xfrm>
            <a:off x="4895933" y="3046500"/>
            <a:ext cx="269729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0" i="0" dirty="0">
                <a:solidFill>
                  <a:srgbClr val="444444"/>
                </a:solidFill>
                <a:effectLst/>
                <a:latin typeface="Tahoma" panose="020B0604030504040204" pitchFamily="34" charset="0"/>
              </a:rPr>
              <a:t>n8n</a:t>
            </a:r>
            <a:r>
              <a:rPr lang="zh-CN" altLang="en-US" b="0" i="0" dirty="0">
                <a:solidFill>
                  <a:srgbClr val="444444"/>
                </a:solidFill>
                <a:effectLst/>
                <a:latin typeface="Tahoma" panose="020B0604030504040204" pitchFamily="34" charset="0"/>
              </a:rPr>
              <a:t>、</a:t>
            </a:r>
            <a:r>
              <a:rPr lang="en-US" altLang="zh-CN" b="0" i="0" dirty="0" err="1">
                <a:solidFill>
                  <a:srgbClr val="444444"/>
                </a:solidFill>
                <a:effectLst/>
                <a:latin typeface="Tahoma" panose="020B0604030504040204" pitchFamily="34" charset="0"/>
              </a:rPr>
              <a:t>Flowise</a:t>
            </a:r>
            <a:r>
              <a:rPr lang="zh-CN" altLang="en-US" b="0" i="0" dirty="0">
                <a:solidFill>
                  <a:srgbClr val="444444"/>
                </a:solidFill>
                <a:effectLst/>
                <a:latin typeface="Tahoma" panose="020B0604030504040204" pitchFamily="34" charset="0"/>
              </a:rPr>
              <a:t>；</a:t>
            </a:r>
            <a:r>
              <a:rPr lang="en-US" altLang="zh-CN" b="0" i="0" dirty="0">
                <a:solidFill>
                  <a:srgbClr val="444444"/>
                </a:solidFill>
                <a:effectLst/>
                <a:latin typeface="Tahoma" panose="020B0604030504040204" pitchFamily="34" charset="0"/>
              </a:rPr>
              <a:t> </a:t>
            </a:r>
          </a:p>
          <a:p>
            <a:r>
              <a:rPr lang="en-US" altLang="zh-CN" b="0" i="0" dirty="0">
                <a:solidFill>
                  <a:srgbClr val="444444"/>
                </a:solidFill>
                <a:effectLst/>
                <a:latin typeface="Tahoma" panose="020B0604030504040204" pitchFamily="34" charset="0"/>
              </a:rPr>
              <a:t>Zipper</a:t>
            </a:r>
            <a:r>
              <a:rPr lang="zh-CN" altLang="en-US" b="0" i="0" dirty="0">
                <a:solidFill>
                  <a:srgbClr val="444444"/>
                </a:solidFill>
                <a:effectLst/>
                <a:latin typeface="Tahoma" panose="020B0604030504040204" pitchFamily="34" charset="0"/>
              </a:rPr>
              <a:t>、</a:t>
            </a:r>
            <a:r>
              <a:rPr lang="en-US" altLang="zh-CN" b="0" i="0" dirty="0">
                <a:solidFill>
                  <a:srgbClr val="444444"/>
                </a:solidFill>
                <a:effectLst/>
                <a:latin typeface="Tahoma" panose="020B0604030504040204" pitchFamily="34" charset="0"/>
              </a:rPr>
              <a:t>Make</a:t>
            </a:r>
            <a:r>
              <a:rPr lang="zh-CN" altLang="en-US" b="0" i="0" dirty="0">
                <a:solidFill>
                  <a:srgbClr val="444444"/>
                </a:solidFill>
                <a:effectLst/>
                <a:latin typeface="Tahoma" panose="020B0604030504040204" pitchFamily="34" charset="0"/>
              </a:rPr>
              <a:t>、</a:t>
            </a:r>
            <a:r>
              <a:rPr lang="en-US" altLang="zh-CN" b="0" i="0" dirty="0" err="1">
                <a:solidFill>
                  <a:srgbClr val="444444"/>
                </a:solidFill>
                <a:effectLst/>
                <a:latin typeface="Tahoma" panose="020B0604030504040204" pitchFamily="34" charset="0"/>
              </a:rPr>
              <a:t>Coze</a:t>
            </a:r>
            <a:endParaRPr lang="zh-CN" altLang="en-US" dirty="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97343C41-A42F-4556-AE65-0345BFEAFE26}"/>
              </a:ext>
            </a:extLst>
          </p:cNvPr>
          <p:cNvSpPr txBox="1"/>
          <p:nvPr/>
        </p:nvSpPr>
        <p:spPr>
          <a:xfrm>
            <a:off x="4923281" y="3874115"/>
            <a:ext cx="26529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0" i="0" dirty="0">
                <a:solidFill>
                  <a:srgbClr val="444444"/>
                </a:solidFill>
                <a:effectLst/>
                <a:latin typeface="Tahoma" panose="020B0604030504040204" pitchFamily="34" charset="0"/>
              </a:rPr>
              <a:t>本地部署：微调、训练</a:t>
            </a:r>
            <a:endParaRPr lang="zh-CN" altLang="en-US" dirty="0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C0EE956B-0C6C-4E75-9DF7-52ECBD5AB0E0}"/>
              </a:ext>
            </a:extLst>
          </p:cNvPr>
          <p:cNvSpPr/>
          <p:nvPr/>
        </p:nvSpPr>
        <p:spPr>
          <a:xfrm>
            <a:off x="4144272" y="4921276"/>
            <a:ext cx="1503322" cy="635807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/>
              <a:t>$AI$</a:t>
            </a:r>
            <a:endParaRPr lang="zh-CN" altLang="en-US" sz="2000" dirty="0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AA8DDD3-DB3B-4021-8308-A20C972ABA72}"/>
              </a:ext>
            </a:extLst>
          </p:cNvPr>
          <p:cNvSpPr txBox="1"/>
          <p:nvPr/>
        </p:nvSpPr>
        <p:spPr>
          <a:xfrm>
            <a:off x="3056775" y="5846516"/>
            <a:ext cx="40052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0" i="0" dirty="0">
                <a:solidFill>
                  <a:srgbClr val="444444"/>
                </a:solidFill>
                <a:effectLst/>
                <a:latin typeface="Tahoma" panose="020B0604030504040204" pitchFamily="34" charset="0"/>
              </a:rPr>
              <a:t>AI</a:t>
            </a:r>
            <a:r>
              <a:rPr lang="zh-CN" altLang="en-US" b="0" i="0" dirty="0">
                <a:solidFill>
                  <a:srgbClr val="444444"/>
                </a:solidFill>
                <a:effectLst/>
                <a:latin typeface="Tahoma" panose="020B0604030504040204" pitchFamily="34" charset="0"/>
              </a:rPr>
              <a:t>自动生成内容、</a:t>
            </a:r>
            <a:r>
              <a:rPr lang="en-US" altLang="zh-CN" b="0" i="0" dirty="0">
                <a:solidFill>
                  <a:srgbClr val="444444"/>
                </a:solidFill>
                <a:effectLst/>
                <a:latin typeface="Tahoma" panose="020B0604030504040204" pitchFamily="34" charset="0"/>
              </a:rPr>
              <a:t>AI</a:t>
            </a:r>
            <a:r>
              <a:rPr lang="zh-CN" altLang="en-US" b="0" i="0" dirty="0">
                <a:solidFill>
                  <a:srgbClr val="444444"/>
                </a:solidFill>
                <a:effectLst/>
                <a:latin typeface="Tahoma" panose="020B0604030504040204" pitchFamily="34" charset="0"/>
              </a:rPr>
              <a:t>工作流自动发布</a:t>
            </a:r>
            <a:endParaRPr lang="zh-CN" altLang="en-US" dirty="0"/>
          </a:p>
        </p:txBody>
      </p:sp>
      <p:sp>
        <p:nvSpPr>
          <p:cNvPr id="9" name="矩形: 圆角 8">
            <a:extLst>
              <a:ext uri="{FF2B5EF4-FFF2-40B4-BE49-F238E27FC236}">
                <a16:creationId xmlns:a16="http://schemas.microsoft.com/office/drawing/2014/main" id="{AEDFDDD0-F471-40A5-A657-C5F55C211BDF}"/>
              </a:ext>
            </a:extLst>
          </p:cNvPr>
          <p:cNvSpPr/>
          <p:nvPr/>
        </p:nvSpPr>
        <p:spPr>
          <a:xfrm>
            <a:off x="8584707" y="3935855"/>
            <a:ext cx="2423604" cy="1970842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0" name="椭圆 9">
            <a:extLst>
              <a:ext uri="{FF2B5EF4-FFF2-40B4-BE49-F238E27FC236}">
                <a16:creationId xmlns:a16="http://schemas.microsoft.com/office/drawing/2014/main" id="{A9CFB7AD-47EE-41B2-8B3C-D8AAB5D9BC8A}"/>
              </a:ext>
            </a:extLst>
          </p:cNvPr>
          <p:cNvSpPr/>
          <p:nvPr/>
        </p:nvSpPr>
        <p:spPr>
          <a:xfrm>
            <a:off x="9259410" y="4585743"/>
            <a:ext cx="1074198" cy="693263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$$$</a:t>
            </a:r>
            <a:endParaRPr lang="zh-CN" altLang="en-US" dirty="0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356621D3-43CF-4E6A-BE18-FCEDB9D7BAB7}"/>
              </a:ext>
            </a:extLst>
          </p:cNvPr>
          <p:cNvSpPr txBox="1"/>
          <p:nvPr/>
        </p:nvSpPr>
        <p:spPr>
          <a:xfrm>
            <a:off x="9197266" y="3577166"/>
            <a:ext cx="11984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b="0" i="0" dirty="0">
                <a:solidFill>
                  <a:srgbClr val="444444"/>
                </a:solidFill>
                <a:effectLst/>
                <a:latin typeface="Tahoma" panose="020B0604030504040204" pitchFamily="34" charset="0"/>
              </a:rPr>
              <a:t>系统架构</a:t>
            </a:r>
            <a:endParaRPr lang="zh-CN" altLang="en-US" dirty="0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733970BD-0C8C-47F1-BD28-DF88C0492D6F}"/>
              </a:ext>
            </a:extLst>
          </p:cNvPr>
          <p:cNvSpPr txBox="1"/>
          <p:nvPr/>
        </p:nvSpPr>
        <p:spPr>
          <a:xfrm>
            <a:off x="9352625" y="4089902"/>
            <a:ext cx="8788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>
                <a:solidFill>
                  <a:schemeClr val="bg1"/>
                </a:solidFill>
              </a:rPr>
              <a:t>内容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925F319A-0777-4614-8BC5-154C8E826589}"/>
              </a:ext>
            </a:extLst>
          </p:cNvPr>
          <p:cNvSpPr/>
          <p:nvPr/>
        </p:nvSpPr>
        <p:spPr>
          <a:xfrm>
            <a:off x="1944210" y="567746"/>
            <a:ext cx="8522563" cy="815504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/>
              <a:t>AI 》</a:t>
            </a:r>
            <a:r>
              <a:rPr lang="zh-CN" altLang="en-US" sz="2000" dirty="0"/>
              <a:t>机器学习</a:t>
            </a:r>
            <a:r>
              <a:rPr lang="en-US" altLang="zh-CN" sz="2000" dirty="0"/>
              <a:t>/</a:t>
            </a:r>
            <a:r>
              <a:rPr lang="zh-CN" altLang="en-US" sz="2000" dirty="0"/>
              <a:t>深度学习</a:t>
            </a:r>
            <a:endParaRPr lang="en-US" altLang="zh-CN" sz="2000" dirty="0"/>
          </a:p>
          <a:p>
            <a:pPr algn="ctr"/>
            <a:r>
              <a:rPr lang="zh-CN" altLang="en-US" sz="1400" dirty="0"/>
              <a:t>（</a:t>
            </a:r>
            <a:r>
              <a:rPr lang="en-US" altLang="zh-CN" sz="1400" dirty="0"/>
              <a:t>Machine/Deep Learning</a:t>
            </a:r>
            <a:r>
              <a:rPr lang="zh-CN" altLang="en-US" sz="1400" dirty="0"/>
              <a:t>）</a:t>
            </a:r>
          </a:p>
        </p:txBody>
      </p:sp>
    </p:spTree>
    <p:extLst>
      <p:ext uri="{BB962C8B-B14F-4D97-AF65-F5344CB8AC3E}">
        <p14:creationId xmlns:p14="http://schemas.microsoft.com/office/powerpoint/2010/main" val="23027911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F9CF63A1-BAE4-41A4-8767-7790BA64815B}"/>
              </a:ext>
            </a:extLst>
          </p:cNvPr>
          <p:cNvSpPr txBox="1"/>
          <p:nvPr/>
        </p:nvSpPr>
        <p:spPr>
          <a:xfrm>
            <a:off x="1562471" y="572330"/>
            <a:ext cx="3781888" cy="461665"/>
          </a:xfrm>
          <a:prstGeom prst="rect">
            <a:avLst/>
          </a:prstGeom>
          <a:solidFill>
            <a:srgbClr val="92D050"/>
          </a:solidFill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dirty="0">
                <a:solidFill>
                  <a:schemeClr val="bg1"/>
                </a:solidFill>
              </a:rPr>
              <a:t>个人文档组织和管理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CC9993CD-7E43-4D3A-B3CF-37FB43CFAE79}"/>
              </a:ext>
            </a:extLst>
          </p:cNvPr>
          <p:cNvSpPr txBox="1"/>
          <p:nvPr/>
        </p:nvSpPr>
        <p:spPr>
          <a:xfrm>
            <a:off x="1997475" y="1349411"/>
            <a:ext cx="8558075" cy="49859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highlight>
                  <a:srgbClr val="FFFF00"/>
                </a:highlight>
              </a:rPr>
              <a:t>浏览器收藏夹</a:t>
            </a:r>
            <a:r>
              <a:rPr lang="zh-CN" altLang="en-US" b="1" dirty="0"/>
              <a:t>：方便使用</a:t>
            </a:r>
            <a:endParaRPr lang="en-US" altLang="zh-CN" b="1" dirty="0"/>
          </a:p>
          <a:p>
            <a:endParaRPr lang="zh-CN" altLang="en-US" b="1" dirty="0"/>
          </a:p>
          <a:p>
            <a:r>
              <a:rPr lang="en-US" altLang="zh-CN" b="1" dirty="0">
                <a:highlight>
                  <a:srgbClr val="FFFF00"/>
                </a:highlight>
              </a:rPr>
              <a:t>Sublime</a:t>
            </a:r>
            <a:r>
              <a:rPr lang="zh-CN" altLang="en-US" b="1" dirty="0"/>
              <a:t>：</a:t>
            </a:r>
            <a:r>
              <a:rPr lang="en-US" altLang="zh-CN" b="1" dirty="0"/>
              <a:t>To-do-list</a:t>
            </a:r>
          </a:p>
          <a:p>
            <a:endParaRPr lang="en-US" altLang="zh-CN" b="1" dirty="0"/>
          </a:p>
          <a:p>
            <a:r>
              <a:rPr lang="en-US" altLang="zh-CN" b="1" dirty="0">
                <a:highlight>
                  <a:srgbClr val="FFFF00"/>
                </a:highlight>
              </a:rPr>
              <a:t>Notion</a:t>
            </a:r>
          </a:p>
          <a:p>
            <a:r>
              <a:rPr lang="en-US" altLang="zh-CN" b="1" dirty="0"/>
              <a:t>	</a:t>
            </a:r>
            <a:r>
              <a:rPr lang="zh-CN" altLang="en-US" b="1" dirty="0"/>
              <a:t>日记</a:t>
            </a:r>
          </a:p>
          <a:p>
            <a:r>
              <a:rPr lang="en-US" altLang="zh-CN" sz="1200" dirty="0"/>
              <a:t>	</a:t>
            </a:r>
            <a:r>
              <a:rPr lang="zh-CN" altLang="en-US" sz="1200" dirty="0"/>
              <a:t>注：一年后导出</a:t>
            </a:r>
            <a:r>
              <a:rPr lang="en-US" altLang="zh-CN" sz="1200" dirty="0" err="1"/>
              <a:t>MarkDown</a:t>
            </a:r>
            <a:r>
              <a:rPr lang="zh-CN" altLang="en-US" sz="1200" dirty="0"/>
              <a:t>文件归档</a:t>
            </a:r>
            <a:endParaRPr lang="en-US" altLang="zh-CN" sz="1200" dirty="0"/>
          </a:p>
          <a:p>
            <a:endParaRPr lang="zh-CN" altLang="en-US" dirty="0"/>
          </a:p>
          <a:p>
            <a:r>
              <a:rPr lang="en-US" altLang="zh-CN" b="1" dirty="0"/>
              <a:t>	</a:t>
            </a:r>
            <a:r>
              <a:rPr lang="zh-CN" altLang="en-US" b="1" dirty="0"/>
              <a:t>收藏夹</a:t>
            </a:r>
            <a:r>
              <a:rPr lang="en-US" altLang="zh-CN" b="1" dirty="0"/>
              <a:t>/</a:t>
            </a:r>
            <a:r>
              <a:rPr lang="zh-CN" altLang="en-US" b="1" dirty="0"/>
              <a:t>学习笔记</a:t>
            </a:r>
          </a:p>
          <a:p>
            <a:r>
              <a:rPr lang="en-US" altLang="zh-CN" sz="1200" dirty="0"/>
              <a:t>	</a:t>
            </a:r>
            <a:r>
              <a:rPr lang="zh-CN" altLang="en-US" sz="1200" dirty="0"/>
              <a:t>主页只保存标题、网址、简介和截图，方便快速浏览。可利用</a:t>
            </a:r>
            <a:r>
              <a:rPr lang="en-US" altLang="zh-CN" sz="1200" dirty="0" err="1"/>
              <a:t>InPage</a:t>
            </a:r>
            <a:r>
              <a:rPr lang="zh-CN" altLang="en-US" sz="1200" dirty="0"/>
              <a:t>方式嵌入详细学习笔记</a:t>
            </a:r>
          </a:p>
          <a:p>
            <a:r>
              <a:rPr lang="en-US" altLang="zh-CN" sz="1200" dirty="0"/>
              <a:t>	AI</a:t>
            </a:r>
            <a:r>
              <a:rPr lang="zh-CN" altLang="en-US" sz="1200" dirty="0"/>
              <a:t>工作流：更新</a:t>
            </a:r>
            <a:r>
              <a:rPr lang="en-US" altLang="zh-CN" sz="1200" dirty="0" err="1"/>
              <a:t>GoogleSheet</a:t>
            </a:r>
            <a:r>
              <a:rPr lang="zh-CN" altLang="en-US" sz="1200" dirty="0"/>
              <a:t>然后发帖到信息树</a:t>
            </a:r>
          </a:p>
          <a:p>
            <a:endParaRPr lang="en-US" altLang="zh-CN" b="1" dirty="0"/>
          </a:p>
          <a:p>
            <a:r>
              <a:rPr lang="zh-CN" altLang="en-US" b="1" dirty="0">
                <a:highlight>
                  <a:srgbClr val="FFFF00"/>
                </a:highlight>
              </a:rPr>
              <a:t>知识库</a:t>
            </a:r>
          </a:p>
          <a:p>
            <a:r>
              <a:rPr lang="zh-CN" altLang="en-US" sz="1200" dirty="0"/>
              <a:t>自动发帖到信息树</a:t>
            </a:r>
            <a:endParaRPr lang="en-US" altLang="zh-CN" sz="1200" dirty="0"/>
          </a:p>
          <a:p>
            <a:endParaRPr lang="zh-CN" altLang="en-US" dirty="0"/>
          </a:p>
          <a:p>
            <a:r>
              <a:rPr lang="zh-CN" altLang="en-US" b="1" dirty="0">
                <a:highlight>
                  <a:srgbClr val="FFFF00"/>
                </a:highlight>
              </a:rPr>
              <a:t>信息树</a:t>
            </a:r>
            <a:endParaRPr lang="en-US" altLang="zh-CN" b="1" dirty="0">
              <a:highlight>
                <a:srgbClr val="FFFF00"/>
              </a:highlight>
            </a:endParaRPr>
          </a:p>
          <a:p>
            <a:endParaRPr lang="zh-CN" altLang="en-US" b="1" dirty="0"/>
          </a:p>
          <a:p>
            <a:r>
              <a:rPr lang="en-US" altLang="zh-CN" b="1" dirty="0">
                <a:highlight>
                  <a:srgbClr val="FFFF00"/>
                </a:highlight>
              </a:rPr>
              <a:t>OneDrive</a:t>
            </a:r>
            <a:r>
              <a:rPr lang="zh-CN" altLang="en-US" b="1" dirty="0"/>
              <a:t>：共享文件</a:t>
            </a: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29276584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CE5A6C95-A8D0-4E60-9256-06B145DB4294}"/>
              </a:ext>
            </a:extLst>
          </p:cNvPr>
          <p:cNvSpPr txBox="1"/>
          <p:nvPr/>
        </p:nvSpPr>
        <p:spPr>
          <a:xfrm>
            <a:off x="2539013" y="744218"/>
            <a:ext cx="7679186" cy="55399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【</a:t>
            </a:r>
            <a:r>
              <a:rPr lang="en-US" altLang="zh-CN" dirty="0">
                <a:highlight>
                  <a:srgbClr val="00FFFF"/>
                </a:highlight>
              </a:rPr>
              <a:t>Donate</a:t>
            </a:r>
            <a:r>
              <a:rPr lang="zh-CN" altLang="en-US" dirty="0">
                <a:highlight>
                  <a:srgbClr val="00FFFF"/>
                </a:highlight>
              </a:rPr>
              <a:t>留言板</a:t>
            </a:r>
            <a:r>
              <a:rPr lang="en-US" altLang="zh-CN" dirty="0">
                <a:highlight>
                  <a:srgbClr val="00FFFF"/>
                </a:highlight>
              </a:rPr>
              <a:t>】</a:t>
            </a:r>
          </a:p>
          <a:p>
            <a:endParaRPr lang="en-US" altLang="zh-CN" dirty="0"/>
          </a:p>
          <a:p>
            <a:r>
              <a:rPr lang="en-US" altLang="zh-CN" dirty="0"/>
              <a:t>【</a:t>
            </a:r>
            <a:r>
              <a:rPr lang="zh-CN" altLang="en-US" dirty="0">
                <a:highlight>
                  <a:srgbClr val="00FFFF"/>
                </a:highlight>
              </a:rPr>
              <a:t>广告联盟</a:t>
            </a:r>
            <a:r>
              <a:rPr lang="en-US" altLang="zh-CN" dirty="0"/>
              <a:t>】</a:t>
            </a:r>
          </a:p>
          <a:p>
            <a:endParaRPr lang="en-US" altLang="zh-CN" dirty="0"/>
          </a:p>
          <a:p>
            <a:r>
              <a:rPr lang="en-US" altLang="zh-CN" dirty="0"/>
              <a:t>【</a:t>
            </a:r>
            <a:r>
              <a:rPr lang="zh-CN" altLang="en-US" dirty="0">
                <a:highlight>
                  <a:srgbClr val="00FFFF"/>
                </a:highlight>
              </a:rPr>
              <a:t>个人数字商城</a:t>
            </a:r>
            <a:r>
              <a:rPr lang="en-US" altLang="zh-CN" dirty="0"/>
              <a:t>】</a:t>
            </a:r>
          </a:p>
          <a:p>
            <a:r>
              <a:rPr lang="zh-CN" altLang="en-US" sz="1200" dirty="0"/>
              <a:t>电子书、视频课程、数字商品；软件工具、</a:t>
            </a:r>
            <a:r>
              <a:rPr lang="en-US" altLang="zh-CN" sz="1200" dirty="0"/>
              <a:t> AI Agent </a:t>
            </a:r>
            <a:r>
              <a:rPr lang="zh-CN" altLang="en-US" sz="1200" dirty="0"/>
              <a:t>（如热点新闻、天气情报）、</a:t>
            </a:r>
          </a:p>
          <a:p>
            <a:endParaRPr lang="zh-CN" altLang="en-US" dirty="0"/>
          </a:p>
          <a:p>
            <a:r>
              <a:rPr lang="en-US" altLang="zh-CN" dirty="0"/>
              <a:t>【</a:t>
            </a:r>
            <a:r>
              <a:rPr lang="en-US" altLang="zh-CN" dirty="0" err="1">
                <a:solidFill>
                  <a:schemeClr val="bg1"/>
                </a:solidFill>
                <a:highlight>
                  <a:srgbClr val="008080"/>
                </a:highlight>
              </a:rPr>
              <a:t>tikard</a:t>
            </a:r>
            <a:r>
              <a:rPr lang="zh-CN" altLang="en-US" dirty="0">
                <a:solidFill>
                  <a:schemeClr val="bg1"/>
                </a:solidFill>
                <a:highlight>
                  <a:srgbClr val="008080"/>
                </a:highlight>
              </a:rPr>
              <a:t>论坛</a:t>
            </a:r>
            <a:r>
              <a:rPr lang="en-US" altLang="zh-CN" dirty="0"/>
              <a:t>】</a:t>
            </a:r>
          </a:p>
          <a:p>
            <a:r>
              <a:rPr lang="zh-CN" altLang="en-US" sz="1200" dirty="0"/>
              <a:t>交易积分充值（收费下载自定义记忆卡）</a:t>
            </a:r>
          </a:p>
          <a:p>
            <a:r>
              <a:rPr lang="zh-CN" altLang="en-US" sz="1200" dirty="0"/>
              <a:t>论坛会员费</a:t>
            </a:r>
          </a:p>
          <a:p>
            <a:endParaRPr lang="zh-CN" altLang="en-US" dirty="0"/>
          </a:p>
          <a:p>
            <a:r>
              <a:rPr lang="en-US" altLang="zh-CN" dirty="0"/>
              <a:t>【</a:t>
            </a:r>
            <a:r>
              <a:rPr lang="zh-CN" altLang="en-US" dirty="0"/>
              <a:t>网站</a:t>
            </a:r>
            <a:r>
              <a:rPr lang="en-US" altLang="zh-CN" dirty="0"/>
              <a:t>Google</a:t>
            </a:r>
            <a:r>
              <a:rPr lang="zh-CN" altLang="en-US" dirty="0"/>
              <a:t>广告</a:t>
            </a:r>
            <a:r>
              <a:rPr lang="en-US" altLang="zh-CN" dirty="0"/>
              <a:t>】</a:t>
            </a:r>
          </a:p>
          <a:p>
            <a:endParaRPr lang="en-US" altLang="zh-CN" dirty="0"/>
          </a:p>
          <a:p>
            <a:r>
              <a:rPr lang="en-US" altLang="zh-CN" dirty="0"/>
              <a:t>【</a:t>
            </a:r>
            <a:r>
              <a:rPr lang="en-US" altLang="zh-CN" dirty="0" err="1">
                <a:solidFill>
                  <a:schemeClr val="bg1"/>
                </a:solidFill>
                <a:highlight>
                  <a:srgbClr val="008080"/>
                </a:highlight>
              </a:rPr>
              <a:t>Youtube</a:t>
            </a:r>
            <a:r>
              <a:rPr lang="zh-CN" altLang="en-US" dirty="0">
                <a:solidFill>
                  <a:schemeClr val="bg1"/>
                </a:solidFill>
                <a:highlight>
                  <a:srgbClr val="008080"/>
                </a:highlight>
              </a:rPr>
              <a:t>视频营销</a:t>
            </a:r>
            <a:r>
              <a:rPr lang="en-US" altLang="zh-CN" dirty="0"/>
              <a:t>】</a:t>
            </a:r>
          </a:p>
          <a:p>
            <a:r>
              <a:rPr lang="zh-CN" altLang="en-US" sz="1200" dirty="0"/>
              <a:t>广告收入、广告联盟</a:t>
            </a:r>
            <a:endParaRPr lang="en-US" altLang="zh-CN" sz="1200" dirty="0"/>
          </a:p>
          <a:p>
            <a:endParaRPr lang="zh-CN" altLang="en-US" dirty="0">
              <a:highlight>
                <a:srgbClr val="008080"/>
              </a:highlight>
            </a:endParaRPr>
          </a:p>
          <a:p>
            <a:r>
              <a:rPr lang="en-US" altLang="zh-CN" dirty="0"/>
              <a:t>【</a:t>
            </a:r>
            <a:r>
              <a:rPr lang="zh-CN" altLang="en-US" dirty="0"/>
              <a:t>手机</a:t>
            </a:r>
            <a:r>
              <a:rPr lang="en-US" altLang="zh-CN" dirty="0"/>
              <a:t>App</a:t>
            </a:r>
            <a:r>
              <a:rPr lang="zh-CN" altLang="en-US" dirty="0"/>
              <a:t>广告</a:t>
            </a:r>
            <a:r>
              <a:rPr lang="en-US" altLang="zh-CN" dirty="0"/>
              <a:t>】</a:t>
            </a:r>
          </a:p>
          <a:p>
            <a:endParaRPr lang="en-US" altLang="zh-CN" dirty="0"/>
          </a:p>
          <a:p>
            <a:r>
              <a:rPr lang="en-US" altLang="zh-CN" dirty="0"/>
              <a:t>------------------</a:t>
            </a:r>
          </a:p>
          <a:p>
            <a:r>
              <a:rPr lang="en-US" altLang="zh-CN" dirty="0"/>
              <a:t>【</a:t>
            </a:r>
            <a:r>
              <a:rPr lang="en-US" altLang="zh-CN" dirty="0">
                <a:highlight>
                  <a:srgbClr val="FF00FF"/>
                </a:highlight>
              </a:rPr>
              <a:t>AI</a:t>
            </a:r>
            <a:r>
              <a:rPr lang="zh-CN" altLang="en-US" dirty="0">
                <a:highlight>
                  <a:srgbClr val="FF00FF"/>
                </a:highlight>
              </a:rPr>
              <a:t>学吧线下课程</a:t>
            </a:r>
            <a:r>
              <a:rPr lang="en-US" altLang="zh-CN" dirty="0"/>
              <a:t>】</a:t>
            </a:r>
          </a:p>
          <a:p>
            <a:endParaRPr lang="en-US" altLang="zh-CN" dirty="0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26D89A4D-F97B-4D09-90EC-3E8CFAE286D8}"/>
              </a:ext>
            </a:extLst>
          </p:cNvPr>
          <p:cNvSpPr txBox="1"/>
          <p:nvPr/>
        </p:nvSpPr>
        <p:spPr>
          <a:xfrm>
            <a:off x="1043127" y="959662"/>
            <a:ext cx="930674" cy="2554545"/>
          </a:xfrm>
          <a:prstGeom prst="rect">
            <a:avLst/>
          </a:prstGeom>
          <a:solidFill>
            <a:srgbClr val="FFC000"/>
          </a:solidFill>
        </p:spPr>
        <p:txBody>
          <a:bodyPr wrap="square" rtlCol="0">
            <a:spAutoFit/>
          </a:bodyPr>
          <a:lstStyle/>
          <a:p>
            <a:pPr algn="ctr"/>
            <a:r>
              <a:rPr lang="zh-CN" altLang="en-US" sz="4000" dirty="0">
                <a:solidFill>
                  <a:schemeClr val="bg1"/>
                </a:solidFill>
              </a:rPr>
              <a:t>赚钱方式</a:t>
            </a:r>
          </a:p>
        </p:txBody>
      </p:sp>
    </p:spTree>
    <p:extLst>
      <p:ext uri="{BB962C8B-B14F-4D97-AF65-F5344CB8AC3E}">
        <p14:creationId xmlns:p14="http://schemas.microsoft.com/office/powerpoint/2010/main" val="27532979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33F37596-EC9B-4DC4-B1A9-40F408934AB4}"/>
              </a:ext>
            </a:extLst>
          </p:cNvPr>
          <p:cNvSpPr/>
          <p:nvPr/>
        </p:nvSpPr>
        <p:spPr>
          <a:xfrm>
            <a:off x="1145221" y="1312679"/>
            <a:ext cx="603680" cy="480610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dirty="0"/>
              <a:t>搜</a:t>
            </a:r>
            <a:endParaRPr lang="en-US" altLang="zh-CN" sz="2000" dirty="0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8B167672-17B0-4B04-A53A-46269D698DA0}"/>
              </a:ext>
            </a:extLst>
          </p:cNvPr>
          <p:cNvSpPr txBox="1"/>
          <p:nvPr/>
        </p:nvSpPr>
        <p:spPr>
          <a:xfrm>
            <a:off x="1145220" y="4785426"/>
            <a:ext cx="838347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>
                <a:highlight>
                  <a:srgbClr val="00FF00"/>
                </a:highlight>
              </a:rPr>
              <a:t>学习方法</a:t>
            </a:r>
            <a:r>
              <a:rPr lang="zh-CN" altLang="en-US" sz="1600" dirty="0"/>
              <a:t>：</a:t>
            </a:r>
            <a:r>
              <a:rPr lang="zh-CN" altLang="en-US" sz="1600" dirty="0">
                <a:solidFill>
                  <a:srgbClr val="FFC000"/>
                </a:solidFill>
              </a:rPr>
              <a:t>搜学文记实教</a:t>
            </a:r>
          </a:p>
          <a:p>
            <a:r>
              <a:rPr lang="en-US" altLang="zh-CN" sz="1600" dirty="0">
                <a:highlight>
                  <a:srgbClr val="00FF00"/>
                </a:highlight>
              </a:rPr>
              <a:t>AI</a:t>
            </a:r>
            <a:r>
              <a:rPr lang="zh-CN" altLang="en-US" sz="1600" dirty="0">
                <a:highlight>
                  <a:srgbClr val="00FF00"/>
                </a:highlight>
              </a:rPr>
              <a:t>学吧</a:t>
            </a:r>
            <a:r>
              <a:rPr lang="zh-CN" altLang="en-US" sz="1600" dirty="0"/>
              <a:t>：学</a:t>
            </a:r>
            <a:r>
              <a:rPr lang="en-US" altLang="zh-CN" sz="1600" dirty="0"/>
              <a:t>AI</a:t>
            </a:r>
            <a:r>
              <a:rPr lang="zh-CN" altLang="en-US" sz="1600" dirty="0"/>
              <a:t>、</a:t>
            </a:r>
            <a:r>
              <a:rPr lang="en-US" altLang="zh-CN" sz="1600" dirty="0"/>
              <a:t> AI</a:t>
            </a:r>
            <a:r>
              <a:rPr lang="zh-CN" altLang="en-US" sz="1600" dirty="0"/>
              <a:t>学（</a:t>
            </a:r>
            <a:r>
              <a:rPr lang="en-US" altLang="zh-CN" sz="1600" dirty="0"/>
              <a:t> AI</a:t>
            </a:r>
            <a:r>
              <a:rPr lang="zh-CN" altLang="en-US" sz="1600" dirty="0"/>
              <a:t>辅助高效学习）</a:t>
            </a:r>
          </a:p>
          <a:p>
            <a:r>
              <a:rPr lang="zh-CN" altLang="en-US" sz="1600" dirty="0">
                <a:highlight>
                  <a:srgbClr val="00FF00"/>
                </a:highlight>
              </a:rPr>
              <a:t>搭建环境</a:t>
            </a:r>
            <a:r>
              <a:rPr lang="zh-CN" altLang="en-US" sz="1600" dirty="0"/>
              <a:t>：</a:t>
            </a:r>
            <a:r>
              <a:rPr lang="en-US" altLang="zh-CN" sz="1600" dirty="0"/>
              <a:t>NAS</a:t>
            </a:r>
            <a:r>
              <a:rPr lang="zh-CN" altLang="en-US" sz="1600" dirty="0"/>
              <a:t>、网站、记忆</a:t>
            </a:r>
            <a:r>
              <a:rPr lang="en-US" altLang="zh-CN" sz="1600" dirty="0"/>
              <a:t>APP</a:t>
            </a:r>
            <a:r>
              <a:rPr lang="zh-CN" altLang="en-US" sz="1600" dirty="0"/>
              <a:t>；</a:t>
            </a:r>
            <a:r>
              <a:rPr lang="en-US" altLang="zh-CN" sz="1600" dirty="0"/>
              <a:t>Notion</a:t>
            </a:r>
            <a:r>
              <a:rPr lang="zh-CN" altLang="en-US" sz="1600" dirty="0"/>
              <a:t>、脑图、</a:t>
            </a:r>
            <a:r>
              <a:rPr lang="en-US" altLang="zh-CN" sz="1600" dirty="0"/>
              <a:t>ChatGPT</a:t>
            </a:r>
            <a:r>
              <a:rPr lang="zh-CN" altLang="en-US" sz="1600" dirty="0"/>
              <a:t>等</a:t>
            </a:r>
            <a:r>
              <a:rPr lang="en-US" altLang="zh-CN" sz="1600" dirty="0"/>
              <a:t>AI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BE511D61-DFCA-4E1D-9DD6-798D5F0B5BED}"/>
              </a:ext>
            </a:extLst>
          </p:cNvPr>
          <p:cNvSpPr txBox="1"/>
          <p:nvPr/>
        </p:nvSpPr>
        <p:spPr>
          <a:xfrm>
            <a:off x="1145220" y="243922"/>
            <a:ext cx="10085032" cy="584775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CN" sz="3200" dirty="0">
                <a:solidFill>
                  <a:srgbClr val="0070C0"/>
                </a:solidFill>
              </a:rPr>
              <a:t>AI</a:t>
            </a:r>
            <a:r>
              <a:rPr lang="zh-CN" altLang="en-US" sz="3200" dirty="0">
                <a:solidFill>
                  <a:srgbClr val="0070C0"/>
                </a:solidFill>
              </a:rPr>
              <a:t>辅助教学</a:t>
            </a:r>
            <a:endParaRPr lang="en-US" altLang="zh-CN" sz="3200" dirty="0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DFAB3414-28F6-4DE9-B6F1-5D48A0FE34D8}"/>
              </a:ext>
            </a:extLst>
          </p:cNvPr>
          <p:cNvSpPr/>
          <p:nvPr/>
        </p:nvSpPr>
        <p:spPr>
          <a:xfrm>
            <a:off x="5953976" y="3826637"/>
            <a:ext cx="603680" cy="480610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dirty="0"/>
              <a:t>教</a:t>
            </a:r>
            <a:endParaRPr lang="en-US" altLang="zh-CN" sz="2000" dirty="0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AE85AF31-7E76-4587-ACBA-81B23881AA49}"/>
              </a:ext>
            </a:extLst>
          </p:cNvPr>
          <p:cNvSpPr/>
          <p:nvPr/>
        </p:nvSpPr>
        <p:spPr>
          <a:xfrm>
            <a:off x="5953976" y="2569658"/>
            <a:ext cx="603680" cy="480610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dirty="0"/>
              <a:t>实</a:t>
            </a:r>
            <a:endParaRPr lang="en-US" altLang="zh-CN" sz="2000" dirty="0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83F07FF3-8991-460D-8FF6-B7E9D21B33E0}"/>
              </a:ext>
            </a:extLst>
          </p:cNvPr>
          <p:cNvSpPr/>
          <p:nvPr/>
        </p:nvSpPr>
        <p:spPr>
          <a:xfrm>
            <a:off x="5953976" y="1311463"/>
            <a:ext cx="603680" cy="480610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dirty="0"/>
              <a:t>记</a:t>
            </a:r>
            <a:endParaRPr lang="en-US" altLang="zh-CN" sz="2000" dirty="0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97DDB4DE-AE9D-4BC4-8C6B-A427F971048F}"/>
              </a:ext>
            </a:extLst>
          </p:cNvPr>
          <p:cNvSpPr/>
          <p:nvPr/>
        </p:nvSpPr>
        <p:spPr>
          <a:xfrm>
            <a:off x="1145221" y="3826637"/>
            <a:ext cx="603680" cy="480610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dirty="0"/>
              <a:t>文</a:t>
            </a:r>
            <a:endParaRPr lang="en-US" altLang="zh-CN" sz="2000" dirty="0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76FC8F2-F74D-4F39-A0D8-6C003E456DC9}"/>
              </a:ext>
            </a:extLst>
          </p:cNvPr>
          <p:cNvSpPr/>
          <p:nvPr/>
        </p:nvSpPr>
        <p:spPr>
          <a:xfrm>
            <a:off x="1145221" y="2569658"/>
            <a:ext cx="603680" cy="480610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dirty="0"/>
              <a:t>学</a:t>
            </a:r>
            <a:endParaRPr lang="en-US" altLang="zh-CN" sz="2000" dirty="0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AFF56E68-E02D-47AA-B766-A4238C1CEBAD}"/>
              </a:ext>
            </a:extLst>
          </p:cNvPr>
          <p:cNvSpPr txBox="1"/>
          <p:nvPr/>
        </p:nvSpPr>
        <p:spPr>
          <a:xfrm>
            <a:off x="1863580" y="2563855"/>
            <a:ext cx="39757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highlight>
                  <a:srgbClr val="FF00FF"/>
                </a:highlight>
              </a:rPr>
              <a:t>AI</a:t>
            </a:r>
            <a:r>
              <a:rPr lang="zh-CN" altLang="en-US" sz="1600" dirty="0">
                <a:highlight>
                  <a:srgbClr val="FF00FF"/>
                </a:highlight>
              </a:rPr>
              <a:t>学生</a:t>
            </a:r>
            <a:r>
              <a:rPr lang="zh-CN" altLang="en-US" sz="1600" dirty="0"/>
              <a:t>提问：神经路径和结点的反复经过和拓展</a:t>
            </a:r>
            <a:r>
              <a:rPr lang="en-US" altLang="zh-CN" sz="1600" dirty="0"/>
              <a:t>---</a:t>
            </a:r>
            <a:r>
              <a:rPr lang="zh-CN" altLang="en-US" sz="1600" dirty="0"/>
              <a:t>学习；外延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102D4444-37EC-4E51-BED5-948A0FDDDEA9}"/>
              </a:ext>
            </a:extLst>
          </p:cNvPr>
          <p:cNvSpPr txBox="1"/>
          <p:nvPr/>
        </p:nvSpPr>
        <p:spPr>
          <a:xfrm>
            <a:off x="1863580" y="1306876"/>
            <a:ext cx="397571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/>
              <a:t>AI</a:t>
            </a:r>
            <a:r>
              <a:rPr lang="zh-CN" altLang="en-US" sz="1600" dirty="0"/>
              <a:t>搜索：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D7601869-7863-4332-AB53-7AAD39A76AC4}"/>
              </a:ext>
            </a:extLst>
          </p:cNvPr>
          <p:cNvSpPr txBox="1"/>
          <p:nvPr/>
        </p:nvSpPr>
        <p:spPr>
          <a:xfrm>
            <a:off x="1863580" y="3799416"/>
            <a:ext cx="397571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/>
              <a:t>论文：</a:t>
            </a:r>
            <a:r>
              <a:rPr lang="zh-CN" altLang="en-US" sz="1600" dirty="0">
                <a:solidFill>
                  <a:srgbClr val="FFC000"/>
                </a:solidFill>
              </a:rPr>
              <a:t>录签封图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69EFBCF-DB54-4A9F-8963-7F7A2A52ECE1}"/>
              </a:ext>
            </a:extLst>
          </p:cNvPr>
          <p:cNvSpPr txBox="1"/>
          <p:nvPr/>
        </p:nvSpPr>
        <p:spPr>
          <a:xfrm>
            <a:off x="6672336" y="3799416"/>
            <a:ext cx="397571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highlight>
                  <a:srgbClr val="FF00FF"/>
                </a:highlight>
              </a:rPr>
              <a:t>AI</a:t>
            </a:r>
            <a:r>
              <a:rPr lang="zh-CN" altLang="en-US" sz="1600" dirty="0">
                <a:highlight>
                  <a:srgbClr val="FF00FF"/>
                </a:highlight>
              </a:rPr>
              <a:t>教师</a:t>
            </a:r>
            <a:r>
              <a:rPr lang="zh-CN" altLang="en-US" sz="1600" dirty="0"/>
              <a:t>答疑：本地训练</a:t>
            </a:r>
            <a:r>
              <a:rPr lang="en-US" altLang="zh-CN" sz="1600" dirty="0">
                <a:highlight>
                  <a:srgbClr val="FF00FF"/>
                </a:highlight>
              </a:rPr>
              <a:t>AI</a:t>
            </a:r>
            <a:r>
              <a:rPr lang="zh-CN" altLang="en-US" sz="1600" dirty="0">
                <a:highlight>
                  <a:srgbClr val="FF00FF"/>
                </a:highlight>
              </a:rPr>
              <a:t>教师</a:t>
            </a:r>
            <a:r>
              <a:rPr lang="zh-CN" altLang="en-US" sz="1600" dirty="0"/>
              <a:t>和</a:t>
            </a:r>
            <a:r>
              <a:rPr lang="en-US" altLang="zh-CN" sz="1600" dirty="0">
                <a:highlight>
                  <a:srgbClr val="FF00FF"/>
                </a:highlight>
              </a:rPr>
              <a:t>AI</a:t>
            </a:r>
            <a:r>
              <a:rPr lang="zh-CN" altLang="en-US" sz="1600" dirty="0">
                <a:highlight>
                  <a:srgbClr val="FF00FF"/>
                </a:highlight>
              </a:rPr>
              <a:t>学生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F11CBC23-1EDC-4B68-A141-12EEDAD40A43}"/>
              </a:ext>
            </a:extLst>
          </p:cNvPr>
          <p:cNvSpPr txBox="1"/>
          <p:nvPr/>
        </p:nvSpPr>
        <p:spPr>
          <a:xfrm>
            <a:off x="6672336" y="2563855"/>
            <a:ext cx="397571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/>
              <a:t>实战案例：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A01AE9A9-3F13-421F-AD92-D3E6F72511BB}"/>
              </a:ext>
            </a:extLst>
          </p:cNvPr>
          <p:cNvSpPr txBox="1"/>
          <p:nvPr/>
        </p:nvSpPr>
        <p:spPr>
          <a:xfrm>
            <a:off x="6672336" y="1318113"/>
            <a:ext cx="397571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/>
              <a:t>记忆</a:t>
            </a:r>
            <a:r>
              <a:rPr lang="en-US" altLang="zh-CN" sz="1600" dirty="0"/>
              <a:t>APP</a:t>
            </a:r>
            <a:r>
              <a:rPr lang="zh-CN" altLang="en-US" sz="1600" dirty="0"/>
              <a:t>：</a:t>
            </a:r>
          </a:p>
        </p:txBody>
      </p:sp>
    </p:spTree>
    <p:extLst>
      <p:ext uri="{BB962C8B-B14F-4D97-AF65-F5344CB8AC3E}">
        <p14:creationId xmlns:p14="http://schemas.microsoft.com/office/powerpoint/2010/main" val="271392007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7B448202-6FEB-459A-B99D-8A8F2C813EC3}"/>
              </a:ext>
            </a:extLst>
          </p:cNvPr>
          <p:cNvSpPr txBox="1"/>
          <p:nvPr/>
        </p:nvSpPr>
        <p:spPr>
          <a:xfrm>
            <a:off x="1562471" y="572330"/>
            <a:ext cx="3781888" cy="4524315"/>
          </a:xfrm>
          <a:prstGeom prst="rect">
            <a:avLst/>
          </a:prstGeom>
          <a:solidFill>
            <a:srgbClr val="92D050"/>
          </a:solidFill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dirty="0">
                <a:solidFill>
                  <a:schemeClr val="bg1"/>
                </a:solidFill>
              </a:rPr>
              <a:t>闭环自循环：</a:t>
            </a:r>
            <a:r>
              <a:rPr lang="en-US" altLang="zh-CN" sz="2400" dirty="0">
                <a:solidFill>
                  <a:schemeClr val="bg1"/>
                </a:solidFill>
              </a:rPr>
              <a:t>AI</a:t>
            </a:r>
            <a:r>
              <a:rPr lang="zh-CN" altLang="en-US" sz="2400" dirty="0">
                <a:solidFill>
                  <a:schemeClr val="bg1"/>
                </a:solidFill>
              </a:rPr>
              <a:t>辅助高效学习；搭建个人知识库环境；网站开发；</a:t>
            </a:r>
            <a:r>
              <a:rPr lang="en-US" altLang="zh-CN" sz="2400" dirty="0">
                <a:solidFill>
                  <a:schemeClr val="bg1"/>
                </a:solidFill>
              </a:rPr>
              <a:t>APP</a:t>
            </a:r>
            <a:r>
              <a:rPr lang="zh-CN" altLang="en-US" sz="2400" dirty="0">
                <a:solidFill>
                  <a:schemeClr val="bg1"/>
                </a:solidFill>
              </a:rPr>
              <a:t>开发</a:t>
            </a:r>
          </a:p>
          <a:p>
            <a:pPr algn="ctr"/>
            <a:r>
              <a:rPr lang="zh-CN" altLang="en-US" sz="2400" dirty="0">
                <a:solidFill>
                  <a:schemeClr val="bg1"/>
                </a:solidFill>
              </a:rPr>
              <a:t>电子电路与家电维修；</a:t>
            </a:r>
          </a:p>
          <a:p>
            <a:pPr algn="ctr"/>
            <a:r>
              <a:rPr lang="zh-CN" altLang="en-US" sz="2400" dirty="0">
                <a:solidFill>
                  <a:schemeClr val="bg1"/>
                </a:solidFill>
              </a:rPr>
              <a:t>英语；科普；数学；物理</a:t>
            </a:r>
          </a:p>
          <a:p>
            <a:pPr algn="ctr"/>
            <a:endParaRPr lang="zh-CN" altLang="en-US" sz="2400" dirty="0">
              <a:solidFill>
                <a:schemeClr val="bg1"/>
              </a:solidFill>
            </a:endParaRPr>
          </a:p>
          <a:p>
            <a:pPr algn="ctr"/>
            <a:r>
              <a:rPr lang="zh-CN" altLang="en-US" sz="2400" dirty="0">
                <a:solidFill>
                  <a:schemeClr val="bg1"/>
                </a:solidFill>
              </a:rPr>
              <a:t>先主干频道（</a:t>
            </a:r>
            <a:r>
              <a:rPr lang="en-US" altLang="zh-CN" sz="2400" dirty="0">
                <a:solidFill>
                  <a:schemeClr val="bg1"/>
                </a:solidFill>
              </a:rPr>
              <a:t>AI</a:t>
            </a:r>
            <a:r>
              <a:rPr lang="zh-CN" altLang="en-US" sz="2400" dirty="0">
                <a:solidFill>
                  <a:schemeClr val="bg1"/>
                </a:solidFill>
              </a:rPr>
              <a:t>学</a:t>
            </a:r>
            <a:r>
              <a:rPr lang="en-US" altLang="zh-CN" sz="2400" dirty="0">
                <a:solidFill>
                  <a:schemeClr val="bg1"/>
                </a:solidFill>
              </a:rPr>
              <a:t>Bar</a:t>
            </a:r>
            <a:r>
              <a:rPr lang="zh-CN" altLang="en-US" sz="2400" dirty="0">
                <a:solidFill>
                  <a:schemeClr val="bg1"/>
                </a:solidFill>
              </a:rPr>
              <a:t>）（多频道扩展性：整理升级系列视频到新的专门频道）</a:t>
            </a:r>
          </a:p>
          <a:p>
            <a:pPr algn="ctr"/>
            <a:endParaRPr lang="zh-CN" altLang="en-US" sz="2400" dirty="0">
              <a:solidFill>
                <a:schemeClr val="bg1"/>
              </a:solidFill>
            </a:endParaRPr>
          </a:p>
          <a:p>
            <a:pPr algn="ctr"/>
            <a:endParaRPr lang="zh-CN" altLang="en-US" sz="2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8692928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4428</TotalTime>
  <Words>641</Words>
  <Application>Microsoft Office PowerPoint</Application>
  <PresentationFormat>宽屏</PresentationFormat>
  <Paragraphs>148</Paragraphs>
  <Slides>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</vt:i4>
      </vt:variant>
    </vt:vector>
  </HeadingPairs>
  <TitlesOfParts>
    <vt:vector size="13" baseType="lpstr">
      <vt:lpstr>DengXian</vt:lpstr>
      <vt:lpstr>DengXian</vt:lpstr>
      <vt:lpstr>等线 Light</vt:lpstr>
      <vt:lpstr>Arial</vt:lpstr>
      <vt:lpstr>Tahoma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个人知识系统</dc:title>
  <dc:creator>Han Robert</dc:creator>
  <cp:lastModifiedBy>Han Robert</cp:lastModifiedBy>
  <cp:revision>30</cp:revision>
  <cp:lastPrinted>2025-03-14T02:27:58Z</cp:lastPrinted>
  <dcterms:created xsi:type="dcterms:W3CDTF">2025-02-13T22:40:34Z</dcterms:created>
  <dcterms:modified xsi:type="dcterms:W3CDTF">2025-07-30T03:01:00Z</dcterms:modified>
</cp:coreProperties>
</file>